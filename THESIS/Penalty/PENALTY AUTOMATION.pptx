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1" r:id="rId2"/>
    <p:sldId id="268" r:id="rId3"/>
    <p:sldId id="263" r:id="rId4"/>
    <p:sldId id="265" r:id="rId5"/>
    <p:sldId id="266" r:id="rId6"/>
    <p:sldId id="264" r:id="rId7"/>
    <p:sldId id="26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9E8EE9-87FC-41FF-869F-32366170F884}">
          <p14:sldIdLst>
            <p14:sldId id="261"/>
            <p14:sldId id="268"/>
          </p14:sldIdLst>
        </p14:section>
        <p14:section name="draft" id="{3E0CC246-3008-4DFC-8869-8522871FFC84}">
          <p14:sldIdLst>
            <p14:sldId id="263"/>
            <p14:sldId id="265"/>
            <p14:sldId id="266"/>
            <p14:sldId id="264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CDCD"/>
    <a:srgbClr val="F37A8F"/>
    <a:srgbClr val="7EB800"/>
    <a:srgbClr val="171C8F"/>
    <a:srgbClr val="02BCBC"/>
    <a:srgbClr val="5155AB"/>
    <a:srgbClr val="F8AF22"/>
    <a:srgbClr val="3AF7BA"/>
    <a:srgbClr val="02B3BC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23EF83-F154-4607-932D-A7EE302A7749}" v="79" dt="2025-08-18T03:20:06.3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94"/>
  </p:normalViewPr>
  <p:slideViewPr>
    <p:cSldViewPr snapToGrid="0">
      <p:cViewPr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e G. Ramos" userId="23bf2b7b-55e2-4a02-8844-93e3bf8f6d02" providerId="ADAL" clId="{C623EF83-F154-4607-932D-A7EE302A7749}"/>
    <pc:docChg chg="undo redo custSel addSld modSld addSection modSection">
      <pc:chgData name="Justine G. Ramos" userId="23bf2b7b-55e2-4a02-8844-93e3bf8f6d02" providerId="ADAL" clId="{C623EF83-F154-4607-932D-A7EE302A7749}" dt="2025-08-18T03:20:37.139" v="1575" actId="17846"/>
      <pc:docMkLst>
        <pc:docMk/>
      </pc:docMkLst>
      <pc:sldChg chg="addSp delSp modSp mod modShow">
        <pc:chgData name="Justine G. Ramos" userId="23bf2b7b-55e2-4a02-8844-93e3bf8f6d02" providerId="ADAL" clId="{C623EF83-F154-4607-932D-A7EE302A7749}" dt="2025-08-18T03:20:32.435" v="1573" actId="729"/>
        <pc:sldMkLst>
          <pc:docMk/>
          <pc:sldMk cId="1307640893" sldId="263"/>
        </pc:sldMkLst>
        <pc:spChg chg="add mod topLvl">
          <ac:chgData name="Justine G. Ramos" userId="23bf2b7b-55e2-4a02-8844-93e3bf8f6d02" providerId="ADAL" clId="{C623EF83-F154-4607-932D-A7EE302A7749}" dt="2025-08-18T03:03:15.792" v="935" actId="165"/>
          <ac:spMkLst>
            <pc:docMk/>
            <pc:sldMk cId="1307640893" sldId="263"/>
            <ac:spMk id="5" creationId="{21218770-0ECD-57F1-77C2-55825C048D67}"/>
          </ac:spMkLst>
        </pc:spChg>
        <pc:spChg chg="add mod topLvl">
          <ac:chgData name="Justine G. Ramos" userId="23bf2b7b-55e2-4a02-8844-93e3bf8f6d02" providerId="ADAL" clId="{C623EF83-F154-4607-932D-A7EE302A7749}" dt="2025-08-18T03:03:15.792" v="935" actId="165"/>
          <ac:spMkLst>
            <pc:docMk/>
            <pc:sldMk cId="1307640893" sldId="263"/>
            <ac:spMk id="6" creationId="{F0E55E94-654E-E21B-8E46-DB1A168A841D}"/>
          </ac:spMkLst>
        </pc:spChg>
        <pc:spChg chg="mod">
          <ac:chgData name="Justine G. Ramos" userId="23bf2b7b-55e2-4a02-8844-93e3bf8f6d02" providerId="ADAL" clId="{C623EF83-F154-4607-932D-A7EE302A7749}" dt="2025-08-18T03:03:15.792" v="935" actId="165"/>
          <ac:spMkLst>
            <pc:docMk/>
            <pc:sldMk cId="1307640893" sldId="263"/>
            <ac:spMk id="10" creationId="{904A1AA6-22D1-250C-D6BA-A1910C9FC50D}"/>
          </ac:spMkLst>
        </pc:spChg>
        <pc:spChg chg="mod">
          <ac:chgData name="Justine G. Ramos" userId="23bf2b7b-55e2-4a02-8844-93e3bf8f6d02" providerId="ADAL" clId="{C623EF83-F154-4607-932D-A7EE302A7749}" dt="2025-08-18T03:03:15.792" v="935" actId="165"/>
          <ac:spMkLst>
            <pc:docMk/>
            <pc:sldMk cId="1307640893" sldId="263"/>
            <ac:spMk id="11" creationId="{CF2198DC-E320-E604-A145-F0B38437E4A9}"/>
          </ac:spMkLst>
        </pc:spChg>
        <pc:spChg chg="add mod topLvl">
          <ac:chgData name="Justine G. Ramos" userId="23bf2b7b-55e2-4a02-8844-93e3bf8f6d02" providerId="ADAL" clId="{C623EF83-F154-4607-932D-A7EE302A7749}" dt="2025-08-18T03:03:15.792" v="935" actId="165"/>
          <ac:spMkLst>
            <pc:docMk/>
            <pc:sldMk cId="1307640893" sldId="263"/>
            <ac:spMk id="12" creationId="{07F28137-2CE1-46E8-F96B-3785FF6F2ED9}"/>
          </ac:spMkLst>
        </pc:spChg>
        <pc:spChg chg="add mod topLvl">
          <ac:chgData name="Justine G. Ramos" userId="23bf2b7b-55e2-4a02-8844-93e3bf8f6d02" providerId="ADAL" clId="{C623EF83-F154-4607-932D-A7EE302A7749}" dt="2025-08-18T03:03:15.792" v="935" actId="165"/>
          <ac:spMkLst>
            <pc:docMk/>
            <pc:sldMk cId="1307640893" sldId="263"/>
            <ac:spMk id="14" creationId="{35C7434D-F373-B940-5CFE-D1E35762CD5B}"/>
          </ac:spMkLst>
        </pc:spChg>
        <pc:spChg chg="add mod topLvl">
          <ac:chgData name="Justine G. Ramos" userId="23bf2b7b-55e2-4a02-8844-93e3bf8f6d02" providerId="ADAL" clId="{C623EF83-F154-4607-932D-A7EE302A7749}" dt="2025-08-18T03:03:15.792" v="935" actId="165"/>
          <ac:spMkLst>
            <pc:docMk/>
            <pc:sldMk cId="1307640893" sldId="263"/>
            <ac:spMk id="15" creationId="{2A1C3E63-B797-1A7B-C9DD-D91112E0FD68}"/>
          </ac:spMkLst>
        </pc:spChg>
        <pc:spChg chg="add mod topLvl">
          <ac:chgData name="Justine G. Ramos" userId="23bf2b7b-55e2-4a02-8844-93e3bf8f6d02" providerId="ADAL" clId="{C623EF83-F154-4607-932D-A7EE302A7749}" dt="2025-08-18T03:03:15.792" v="935" actId="165"/>
          <ac:spMkLst>
            <pc:docMk/>
            <pc:sldMk cId="1307640893" sldId="263"/>
            <ac:spMk id="18" creationId="{2071B2EC-C085-B652-66BE-EA089C59AE8E}"/>
          </ac:spMkLst>
        </pc:spChg>
        <pc:spChg chg="add mod topLvl">
          <ac:chgData name="Justine G. Ramos" userId="23bf2b7b-55e2-4a02-8844-93e3bf8f6d02" providerId="ADAL" clId="{C623EF83-F154-4607-932D-A7EE302A7749}" dt="2025-08-18T03:03:15.792" v="935" actId="165"/>
          <ac:spMkLst>
            <pc:docMk/>
            <pc:sldMk cId="1307640893" sldId="263"/>
            <ac:spMk id="19" creationId="{4DE5C77D-DA05-D631-B1F7-00C8022098FD}"/>
          </ac:spMkLst>
        </pc:spChg>
        <pc:spChg chg="add mod topLvl">
          <ac:chgData name="Justine G. Ramos" userId="23bf2b7b-55e2-4a02-8844-93e3bf8f6d02" providerId="ADAL" clId="{C623EF83-F154-4607-932D-A7EE302A7749}" dt="2025-08-18T03:03:15.792" v="935" actId="165"/>
          <ac:spMkLst>
            <pc:docMk/>
            <pc:sldMk cId="1307640893" sldId="263"/>
            <ac:spMk id="21" creationId="{679D9913-839B-BE3D-34CC-07C5CB07226D}"/>
          </ac:spMkLst>
        </pc:spChg>
        <pc:spChg chg="add del mod">
          <ac:chgData name="Justine G. Ramos" userId="23bf2b7b-55e2-4a02-8844-93e3bf8f6d02" providerId="ADAL" clId="{C623EF83-F154-4607-932D-A7EE302A7749}" dt="2025-08-18T01:58:36.699" v="9" actId="478"/>
          <ac:spMkLst>
            <pc:docMk/>
            <pc:sldMk cId="1307640893" sldId="263"/>
            <ac:spMk id="22" creationId="{800387A4-A1B6-0E83-1782-0C44384D74E8}"/>
          </ac:spMkLst>
        </pc:spChg>
        <pc:spChg chg="add mod topLvl">
          <ac:chgData name="Justine G. Ramos" userId="23bf2b7b-55e2-4a02-8844-93e3bf8f6d02" providerId="ADAL" clId="{C623EF83-F154-4607-932D-A7EE302A7749}" dt="2025-08-18T03:03:15.792" v="935" actId="165"/>
          <ac:spMkLst>
            <pc:docMk/>
            <pc:sldMk cId="1307640893" sldId="263"/>
            <ac:spMk id="24" creationId="{76CBEF30-BA47-F01B-0A4C-E08ED1CD04C4}"/>
          </ac:spMkLst>
        </pc:spChg>
        <pc:spChg chg="add del mod">
          <ac:chgData name="Justine G. Ramos" userId="23bf2b7b-55e2-4a02-8844-93e3bf8f6d02" providerId="ADAL" clId="{C623EF83-F154-4607-932D-A7EE302A7749}" dt="2025-08-18T02:54:13.173" v="822" actId="478"/>
          <ac:spMkLst>
            <pc:docMk/>
            <pc:sldMk cId="1307640893" sldId="263"/>
            <ac:spMk id="28" creationId="{11ACA278-4542-FF91-1616-F6DAABD67583}"/>
          </ac:spMkLst>
        </pc:spChg>
        <pc:spChg chg="add mod">
          <ac:chgData name="Justine G. Ramos" userId="23bf2b7b-55e2-4a02-8844-93e3bf8f6d02" providerId="ADAL" clId="{C623EF83-F154-4607-932D-A7EE302A7749}" dt="2025-08-18T03:03:37.567" v="941" actId="20577"/>
          <ac:spMkLst>
            <pc:docMk/>
            <pc:sldMk cId="1307640893" sldId="263"/>
            <ac:spMk id="29" creationId="{E72D1CDF-35AF-21F6-09D2-E65BC177CE27}"/>
          </ac:spMkLst>
        </pc:spChg>
        <pc:grpChg chg="add mod topLvl">
          <ac:chgData name="Justine G. Ramos" userId="23bf2b7b-55e2-4a02-8844-93e3bf8f6d02" providerId="ADAL" clId="{C623EF83-F154-4607-932D-A7EE302A7749}" dt="2025-08-18T03:03:15.792" v="935" actId="165"/>
          <ac:grpSpMkLst>
            <pc:docMk/>
            <pc:sldMk cId="1307640893" sldId="263"/>
            <ac:grpSpMk id="9" creationId="{7405BC4A-3812-F44C-1BD1-47C4EF83E97A}"/>
          </ac:grpSpMkLst>
        </pc:grpChg>
        <pc:grpChg chg="add del mod">
          <ac:chgData name="Justine G. Ramos" userId="23bf2b7b-55e2-4a02-8844-93e3bf8f6d02" providerId="ADAL" clId="{C623EF83-F154-4607-932D-A7EE302A7749}" dt="2025-08-18T02:13:33.592" v="331" actId="165"/>
          <ac:grpSpMkLst>
            <pc:docMk/>
            <pc:sldMk cId="1307640893" sldId="263"/>
            <ac:grpSpMk id="23" creationId="{B2E7DB71-00BF-2099-0721-B5E626B68BFA}"/>
          </ac:grpSpMkLst>
        </pc:grpChg>
        <pc:grpChg chg="add del mod">
          <ac:chgData name="Justine G. Ramos" userId="23bf2b7b-55e2-4a02-8844-93e3bf8f6d02" providerId="ADAL" clId="{C623EF83-F154-4607-932D-A7EE302A7749}" dt="2025-08-18T03:03:15.792" v="935" actId="165"/>
          <ac:grpSpMkLst>
            <pc:docMk/>
            <pc:sldMk cId="1307640893" sldId="263"/>
            <ac:grpSpMk id="26" creationId="{2FDBE2E6-9503-D975-2E69-60ACC363FB93}"/>
          </ac:grpSpMkLst>
        </pc:grpChg>
        <pc:picChg chg="add mod">
          <ac:chgData name="Justine G. Ramos" userId="23bf2b7b-55e2-4a02-8844-93e3bf8f6d02" providerId="ADAL" clId="{C623EF83-F154-4607-932D-A7EE302A7749}" dt="2025-08-18T02:36:50.341" v="598"/>
          <ac:picMkLst>
            <pc:docMk/>
            <pc:sldMk cId="1307640893" sldId="263"/>
            <ac:picMk id="27" creationId="{CFA2EB9E-8EC5-AAB8-B8EB-FED9EBBAD348}"/>
          </ac:picMkLst>
        </pc:picChg>
        <pc:cxnChg chg="add mod topLvl">
          <ac:chgData name="Justine G. Ramos" userId="23bf2b7b-55e2-4a02-8844-93e3bf8f6d02" providerId="ADAL" clId="{C623EF83-F154-4607-932D-A7EE302A7749}" dt="2025-08-18T03:03:15.792" v="935" actId="165"/>
          <ac:cxnSpMkLst>
            <pc:docMk/>
            <pc:sldMk cId="1307640893" sldId="263"/>
            <ac:cxnSpMk id="7" creationId="{18991DB8-EEDE-9543-D6D5-BDAC96727AEE}"/>
          </ac:cxnSpMkLst>
        </pc:cxnChg>
        <pc:cxnChg chg="add mod topLvl">
          <ac:chgData name="Justine G. Ramos" userId="23bf2b7b-55e2-4a02-8844-93e3bf8f6d02" providerId="ADAL" clId="{C623EF83-F154-4607-932D-A7EE302A7749}" dt="2025-08-18T03:03:15.792" v="935" actId="165"/>
          <ac:cxnSpMkLst>
            <pc:docMk/>
            <pc:sldMk cId="1307640893" sldId="263"/>
            <ac:cxnSpMk id="8" creationId="{B3FB61F3-040D-2EBD-AF2B-E215A0AA1ACC}"/>
          </ac:cxnSpMkLst>
        </pc:cxnChg>
        <pc:cxnChg chg="add mod topLvl">
          <ac:chgData name="Justine G. Ramos" userId="23bf2b7b-55e2-4a02-8844-93e3bf8f6d02" providerId="ADAL" clId="{C623EF83-F154-4607-932D-A7EE302A7749}" dt="2025-08-18T03:03:15.792" v="935" actId="165"/>
          <ac:cxnSpMkLst>
            <pc:docMk/>
            <pc:sldMk cId="1307640893" sldId="263"/>
            <ac:cxnSpMk id="13" creationId="{10B71A3C-8062-C03C-52E8-642FDE4901FA}"/>
          </ac:cxnSpMkLst>
        </pc:cxnChg>
        <pc:cxnChg chg="add mod topLvl">
          <ac:chgData name="Justine G. Ramos" userId="23bf2b7b-55e2-4a02-8844-93e3bf8f6d02" providerId="ADAL" clId="{C623EF83-F154-4607-932D-A7EE302A7749}" dt="2025-08-18T03:03:15.792" v="935" actId="165"/>
          <ac:cxnSpMkLst>
            <pc:docMk/>
            <pc:sldMk cId="1307640893" sldId="263"/>
            <ac:cxnSpMk id="16" creationId="{002421FD-86A5-48C7-16CB-ADFAD410D9C8}"/>
          </ac:cxnSpMkLst>
        </pc:cxnChg>
        <pc:cxnChg chg="add mod topLvl">
          <ac:chgData name="Justine G. Ramos" userId="23bf2b7b-55e2-4a02-8844-93e3bf8f6d02" providerId="ADAL" clId="{C623EF83-F154-4607-932D-A7EE302A7749}" dt="2025-08-18T03:03:15.792" v="935" actId="165"/>
          <ac:cxnSpMkLst>
            <pc:docMk/>
            <pc:sldMk cId="1307640893" sldId="263"/>
            <ac:cxnSpMk id="17" creationId="{B7BAE8CA-2EB5-18AE-B5D7-B483259CEF32}"/>
          </ac:cxnSpMkLst>
        </pc:cxnChg>
        <pc:cxnChg chg="add mod topLvl">
          <ac:chgData name="Justine G. Ramos" userId="23bf2b7b-55e2-4a02-8844-93e3bf8f6d02" providerId="ADAL" clId="{C623EF83-F154-4607-932D-A7EE302A7749}" dt="2025-08-18T03:03:15.792" v="935" actId="165"/>
          <ac:cxnSpMkLst>
            <pc:docMk/>
            <pc:sldMk cId="1307640893" sldId="263"/>
            <ac:cxnSpMk id="20" creationId="{8A074890-2346-69A6-E048-379E3DE32336}"/>
          </ac:cxnSpMkLst>
        </pc:cxnChg>
        <pc:cxnChg chg="add mod topLvl">
          <ac:chgData name="Justine G. Ramos" userId="23bf2b7b-55e2-4a02-8844-93e3bf8f6d02" providerId="ADAL" clId="{C623EF83-F154-4607-932D-A7EE302A7749}" dt="2025-08-18T03:03:15.792" v="935" actId="165"/>
          <ac:cxnSpMkLst>
            <pc:docMk/>
            <pc:sldMk cId="1307640893" sldId="263"/>
            <ac:cxnSpMk id="25" creationId="{B02FBCF8-96EE-A51F-761C-7997F39DF161}"/>
          </ac:cxnSpMkLst>
        </pc:cxnChg>
        <pc:cxnChg chg="add mod">
          <ac:chgData name="Justine G. Ramos" userId="23bf2b7b-55e2-4a02-8844-93e3bf8f6d02" providerId="ADAL" clId="{C623EF83-F154-4607-932D-A7EE302A7749}" dt="2025-08-18T03:03:27.440" v="937" actId="1076"/>
          <ac:cxnSpMkLst>
            <pc:docMk/>
            <pc:sldMk cId="1307640893" sldId="263"/>
            <ac:cxnSpMk id="30" creationId="{9DB9B7E1-83C5-DB60-308D-1B892891DA3E}"/>
          </ac:cxnSpMkLst>
        </pc:cxnChg>
      </pc:sldChg>
      <pc:sldChg chg="addSp delSp modSp add mod modShow">
        <pc:chgData name="Justine G. Ramos" userId="23bf2b7b-55e2-4a02-8844-93e3bf8f6d02" providerId="ADAL" clId="{C623EF83-F154-4607-932D-A7EE302A7749}" dt="2025-08-18T03:20:32.435" v="1573" actId="729"/>
        <pc:sldMkLst>
          <pc:docMk/>
          <pc:sldMk cId="3564816023" sldId="264"/>
        </pc:sldMkLst>
        <pc:spChg chg="add mod">
          <ac:chgData name="Justine G. Ramos" userId="23bf2b7b-55e2-4a02-8844-93e3bf8f6d02" providerId="ADAL" clId="{C623EF83-F154-4607-932D-A7EE302A7749}" dt="2025-08-18T02:15:15.905" v="336" actId="1076"/>
          <ac:spMkLst>
            <pc:docMk/>
            <pc:sldMk cId="3564816023" sldId="264"/>
            <ac:spMk id="2" creationId="{824B04F9-F6B1-C649-CF55-876FAFEFB762}"/>
          </ac:spMkLst>
        </pc:spChg>
        <pc:spChg chg="add mod">
          <ac:chgData name="Justine G. Ramos" userId="23bf2b7b-55e2-4a02-8844-93e3bf8f6d02" providerId="ADAL" clId="{C623EF83-F154-4607-932D-A7EE302A7749}" dt="2025-08-18T02:28:59.319" v="539" actId="1076"/>
          <ac:spMkLst>
            <pc:docMk/>
            <pc:sldMk cId="3564816023" sldId="264"/>
            <ac:spMk id="3" creationId="{B3BA440A-0DF4-9F7D-C2B2-09CC77553261}"/>
          </ac:spMkLst>
        </pc:spChg>
        <pc:spChg chg="mod topLvl">
          <ac:chgData name="Justine G. Ramos" userId="23bf2b7b-55e2-4a02-8844-93e3bf8f6d02" providerId="ADAL" clId="{C623EF83-F154-4607-932D-A7EE302A7749}" dt="2025-08-18T02:15:15.905" v="336" actId="1076"/>
          <ac:spMkLst>
            <pc:docMk/>
            <pc:sldMk cId="3564816023" sldId="264"/>
            <ac:spMk id="5" creationId="{21218770-0ECD-57F1-77C2-55825C048D67}"/>
          </ac:spMkLst>
        </pc:spChg>
        <pc:spChg chg="del mod topLvl">
          <ac:chgData name="Justine G. Ramos" userId="23bf2b7b-55e2-4a02-8844-93e3bf8f6d02" providerId="ADAL" clId="{C623EF83-F154-4607-932D-A7EE302A7749}" dt="2025-08-18T02:05:24.574" v="285" actId="478"/>
          <ac:spMkLst>
            <pc:docMk/>
            <pc:sldMk cId="3564816023" sldId="264"/>
            <ac:spMk id="6" creationId="{F0E55E94-654E-E21B-8E46-DB1A168A841D}"/>
          </ac:spMkLst>
        </pc:spChg>
        <pc:spChg chg="mod topLvl">
          <ac:chgData name="Justine G. Ramos" userId="23bf2b7b-55e2-4a02-8844-93e3bf8f6d02" providerId="ADAL" clId="{C623EF83-F154-4607-932D-A7EE302A7749}" dt="2025-08-18T02:24:24.761" v="484" actId="164"/>
          <ac:spMkLst>
            <pc:docMk/>
            <pc:sldMk cId="3564816023" sldId="264"/>
            <ac:spMk id="10" creationId="{904A1AA6-22D1-250C-D6BA-A1910C9FC50D}"/>
          </ac:spMkLst>
        </pc:spChg>
        <pc:spChg chg="mod topLvl">
          <ac:chgData name="Justine G. Ramos" userId="23bf2b7b-55e2-4a02-8844-93e3bf8f6d02" providerId="ADAL" clId="{C623EF83-F154-4607-932D-A7EE302A7749}" dt="2025-08-18T02:24:24.761" v="484" actId="164"/>
          <ac:spMkLst>
            <pc:docMk/>
            <pc:sldMk cId="3564816023" sldId="264"/>
            <ac:spMk id="11" creationId="{CF2198DC-E320-E604-A145-F0B38437E4A9}"/>
          </ac:spMkLst>
        </pc:spChg>
        <pc:spChg chg="mod topLvl">
          <ac:chgData name="Justine G. Ramos" userId="23bf2b7b-55e2-4a02-8844-93e3bf8f6d02" providerId="ADAL" clId="{C623EF83-F154-4607-932D-A7EE302A7749}" dt="2025-08-18T02:26:23.046" v="501" actId="20577"/>
          <ac:spMkLst>
            <pc:docMk/>
            <pc:sldMk cId="3564816023" sldId="264"/>
            <ac:spMk id="12" creationId="{07F28137-2CE1-46E8-F96B-3785FF6F2ED9}"/>
          </ac:spMkLst>
        </pc:spChg>
        <pc:spChg chg="mod topLvl">
          <ac:chgData name="Justine G. Ramos" userId="23bf2b7b-55e2-4a02-8844-93e3bf8f6d02" providerId="ADAL" clId="{C623EF83-F154-4607-932D-A7EE302A7749}" dt="2025-08-18T02:26:26.707" v="502" actId="20577"/>
          <ac:spMkLst>
            <pc:docMk/>
            <pc:sldMk cId="3564816023" sldId="264"/>
            <ac:spMk id="14" creationId="{35C7434D-F373-B940-5CFE-D1E35762CD5B}"/>
          </ac:spMkLst>
        </pc:spChg>
        <pc:spChg chg="mod topLvl">
          <ac:chgData name="Justine G. Ramos" userId="23bf2b7b-55e2-4a02-8844-93e3bf8f6d02" providerId="ADAL" clId="{C623EF83-F154-4607-932D-A7EE302A7749}" dt="2025-08-18T02:26:12.217" v="493" actId="1038"/>
          <ac:spMkLst>
            <pc:docMk/>
            <pc:sldMk cId="3564816023" sldId="264"/>
            <ac:spMk id="15" creationId="{2A1C3E63-B797-1A7B-C9DD-D91112E0FD68}"/>
          </ac:spMkLst>
        </pc:spChg>
        <pc:spChg chg="mod topLvl">
          <ac:chgData name="Justine G. Ramos" userId="23bf2b7b-55e2-4a02-8844-93e3bf8f6d02" providerId="ADAL" clId="{C623EF83-F154-4607-932D-A7EE302A7749}" dt="2025-08-18T02:27:53.601" v="506" actId="1076"/>
          <ac:spMkLst>
            <pc:docMk/>
            <pc:sldMk cId="3564816023" sldId="264"/>
            <ac:spMk id="18" creationId="{2071B2EC-C085-B652-66BE-EA089C59AE8E}"/>
          </ac:spMkLst>
        </pc:spChg>
        <pc:spChg chg="mod topLvl">
          <ac:chgData name="Justine G. Ramos" userId="23bf2b7b-55e2-4a02-8844-93e3bf8f6d02" providerId="ADAL" clId="{C623EF83-F154-4607-932D-A7EE302A7749}" dt="2025-08-18T02:15:15.905" v="336" actId="1076"/>
          <ac:spMkLst>
            <pc:docMk/>
            <pc:sldMk cId="3564816023" sldId="264"/>
            <ac:spMk id="19" creationId="{4DE5C77D-DA05-D631-B1F7-00C8022098FD}"/>
          </ac:spMkLst>
        </pc:spChg>
        <pc:spChg chg="mod topLvl">
          <ac:chgData name="Justine G. Ramos" userId="23bf2b7b-55e2-4a02-8844-93e3bf8f6d02" providerId="ADAL" clId="{C623EF83-F154-4607-932D-A7EE302A7749}" dt="2025-08-18T02:05:23.143" v="284" actId="1076"/>
          <ac:spMkLst>
            <pc:docMk/>
            <pc:sldMk cId="3564816023" sldId="264"/>
            <ac:spMk id="21" creationId="{679D9913-839B-BE3D-34CC-07C5CB07226D}"/>
          </ac:spMkLst>
        </pc:spChg>
        <pc:spChg chg="add del mod">
          <ac:chgData name="Justine G. Ramos" userId="23bf2b7b-55e2-4a02-8844-93e3bf8f6d02" providerId="ADAL" clId="{C623EF83-F154-4607-932D-A7EE302A7749}" dt="2025-08-18T02:28:30.792" v="509" actId="478"/>
          <ac:spMkLst>
            <pc:docMk/>
            <pc:sldMk cId="3564816023" sldId="264"/>
            <ac:spMk id="25" creationId="{28187E43-C543-0407-89ED-E77126716ACE}"/>
          </ac:spMkLst>
        </pc:spChg>
        <pc:spChg chg="add mod">
          <ac:chgData name="Justine G. Ramos" userId="23bf2b7b-55e2-4a02-8844-93e3bf8f6d02" providerId="ADAL" clId="{C623EF83-F154-4607-932D-A7EE302A7749}" dt="2025-08-18T02:34:41.868" v="594" actId="20577"/>
          <ac:spMkLst>
            <pc:docMk/>
            <pc:sldMk cId="3564816023" sldId="264"/>
            <ac:spMk id="26" creationId="{5AC15684-53B3-2652-1F6F-296C660F0CAF}"/>
          </ac:spMkLst>
        </pc:spChg>
        <pc:grpChg chg="del mod topLvl">
          <ac:chgData name="Justine G. Ramos" userId="23bf2b7b-55e2-4a02-8844-93e3bf8f6d02" providerId="ADAL" clId="{C623EF83-F154-4607-932D-A7EE302A7749}" dt="2025-08-18T02:24:12.319" v="473" actId="165"/>
          <ac:grpSpMkLst>
            <pc:docMk/>
            <pc:sldMk cId="3564816023" sldId="264"/>
            <ac:grpSpMk id="9" creationId="{7405BC4A-3812-F44C-1BD1-47C4EF83E97A}"/>
          </ac:grpSpMkLst>
        </pc:grpChg>
        <pc:grpChg chg="add mod">
          <ac:chgData name="Justine G. Ramos" userId="23bf2b7b-55e2-4a02-8844-93e3bf8f6d02" providerId="ADAL" clId="{C623EF83-F154-4607-932D-A7EE302A7749}" dt="2025-08-18T02:24:24.761" v="484" actId="164"/>
          <ac:grpSpMkLst>
            <pc:docMk/>
            <pc:sldMk cId="3564816023" sldId="264"/>
            <ac:grpSpMk id="22" creationId="{0AF3E798-36D7-B19F-F2D6-2F68D91EF356}"/>
          </ac:grpSpMkLst>
        </pc:grpChg>
        <pc:grpChg chg="del">
          <ac:chgData name="Justine G. Ramos" userId="23bf2b7b-55e2-4a02-8844-93e3bf8f6d02" providerId="ADAL" clId="{C623EF83-F154-4607-932D-A7EE302A7749}" dt="2025-08-18T02:05:02.299" v="281" actId="165"/>
          <ac:grpSpMkLst>
            <pc:docMk/>
            <pc:sldMk cId="3564816023" sldId="264"/>
            <ac:grpSpMk id="23" creationId="{B2E7DB71-00BF-2099-0721-B5E626B68BFA}"/>
          </ac:grpSpMkLst>
        </pc:grpChg>
        <pc:picChg chg="add del">
          <ac:chgData name="Justine G. Ramos" userId="23bf2b7b-55e2-4a02-8844-93e3bf8f6d02" providerId="ADAL" clId="{C623EF83-F154-4607-932D-A7EE302A7749}" dt="2025-08-18T02:36:21.599" v="596" actId="478"/>
          <ac:picMkLst>
            <pc:docMk/>
            <pc:sldMk cId="3564816023" sldId="264"/>
            <ac:picMk id="1026" creationId="{3A518857-4300-269F-5464-ADB928052280}"/>
          </ac:picMkLst>
        </pc:picChg>
        <pc:picChg chg="add">
          <ac:chgData name="Justine G. Ramos" userId="23bf2b7b-55e2-4a02-8844-93e3bf8f6d02" providerId="ADAL" clId="{C623EF83-F154-4607-932D-A7EE302A7749}" dt="2025-08-18T02:36:37.760" v="597"/>
          <ac:picMkLst>
            <pc:docMk/>
            <pc:sldMk cId="3564816023" sldId="264"/>
            <ac:picMk id="1028" creationId="{397A4B8A-01D4-4BB3-21F7-A0240BA9433C}"/>
          </ac:picMkLst>
        </pc:picChg>
        <pc:cxnChg chg="add mod">
          <ac:chgData name="Justine G. Ramos" userId="23bf2b7b-55e2-4a02-8844-93e3bf8f6d02" providerId="ADAL" clId="{C623EF83-F154-4607-932D-A7EE302A7749}" dt="2025-08-18T02:23:39.123" v="468" actId="1036"/>
          <ac:cxnSpMkLst>
            <pc:docMk/>
            <pc:sldMk cId="3564816023" sldId="264"/>
            <ac:cxnSpMk id="4" creationId="{B1C2B37A-188B-3CF8-AB14-81DBCC8D028C}"/>
          </ac:cxnSpMkLst>
        </pc:cxnChg>
        <pc:cxnChg chg="mod topLvl">
          <ac:chgData name="Justine G. Ramos" userId="23bf2b7b-55e2-4a02-8844-93e3bf8f6d02" providerId="ADAL" clId="{C623EF83-F154-4607-932D-A7EE302A7749}" dt="2025-08-18T02:05:02.299" v="281" actId="165"/>
          <ac:cxnSpMkLst>
            <pc:docMk/>
            <pc:sldMk cId="3564816023" sldId="264"/>
            <ac:cxnSpMk id="7" creationId="{18991DB8-EEDE-9543-D6D5-BDAC96727AEE}"/>
          </ac:cxnSpMkLst>
        </pc:cxnChg>
        <pc:cxnChg chg="mod topLvl">
          <ac:chgData name="Justine G. Ramos" userId="23bf2b7b-55e2-4a02-8844-93e3bf8f6d02" providerId="ADAL" clId="{C623EF83-F154-4607-932D-A7EE302A7749}" dt="2025-08-18T02:15:15.905" v="336" actId="1076"/>
          <ac:cxnSpMkLst>
            <pc:docMk/>
            <pc:sldMk cId="3564816023" sldId="264"/>
            <ac:cxnSpMk id="8" creationId="{B3FB61F3-040D-2EBD-AF2B-E215A0AA1ACC}"/>
          </ac:cxnSpMkLst>
        </pc:cxnChg>
        <pc:cxnChg chg="mod topLvl">
          <ac:chgData name="Justine G. Ramos" userId="23bf2b7b-55e2-4a02-8844-93e3bf8f6d02" providerId="ADAL" clId="{C623EF83-F154-4607-932D-A7EE302A7749}" dt="2025-08-18T02:27:53.601" v="506" actId="1076"/>
          <ac:cxnSpMkLst>
            <pc:docMk/>
            <pc:sldMk cId="3564816023" sldId="264"/>
            <ac:cxnSpMk id="13" creationId="{10B71A3C-8062-C03C-52E8-642FDE4901FA}"/>
          </ac:cxnSpMkLst>
        </pc:cxnChg>
        <pc:cxnChg chg="mod topLvl">
          <ac:chgData name="Justine G. Ramos" userId="23bf2b7b-55e2-4a02-8844-93e3bf8f6d02" providerId="ADAL" clId="{C623EF83-F154-4607-932D-A7EE302A7749}" dt="2025-08-18T02:26:12.217" v="493" actId="1038"/>
          <ac:cxnSpMkLst>
            <pc:docMk/>
            <pc:sldMk cId="3564816023" sldId="264"/>
            <ac:cxnSpMk id="16" creationId="{002421FD-86A5-48C7-16CB-ADFAD410D9C8}"/>
          </ac:cxnSpMkLst>
        </pc:cxnChg>
        <pc:cxnChg chg="mod topLvl">
          <ac:chgData name="Justine G. Ramos" userId="23bf2b7b-55e2-4a02-8844-93e3bf8f6d02" providerId="ADAL" clId="{C623EF83-F154-4607-932D-A7EE302A7749}" dt="2025-08-18T02:26:12.217" v="493" actId="1038"/>
          <ac:cxnSpMkLst>
            <pc:docMk/>
            <pc:sldMk cId="3564816023" sldId="264"/>
            <ac:cxnSpMk id="17" creationId="{B7BAE8CA-2EB5-18AE-B5D7-B483259CEF32}"/>
          </ac:cxnSpMkLst>
        </pc:cxnChg>
        <pc:cxnChg chg="mod topLvl">
          <ac:chgData name="Justine G. Ramos" userId="23bf2b7b-55e2-4a02-8844-93e3bf8f6d02" providerId="ADAL" clId="{C623EF83-F154-4607-932D-A7EE302A7749}" dt="2025-08-18T02:15:15.905" v="336" actId="1076"/>
          <ac:cxnSpMkLst>
            <pc:docMk/>
            <pc:sldMk cId="3564816023" sldId="264"/>
            <ac:cxnSpMk id="20" creationId="{8A074890-2346-69A6-E048-379E3DE32336}"/>
          </ac:cxnSpMkLst>
        </pc:cxnChg>
      </pc:sldChg>
      <pc:sldChg chg="addSp delSp modSp add mod modShow">
        <pc:chgData name="Justine G. Ramos" userId="23bf2b7b-55e2-4a02-8844-93e3bf8f6d02" providerId="ADAL" clId="{C623EF83-F154-4607-932D-A7EE302A7749}" dt="2025-08-18T03:20:32.435" v="1573" actId="729"/>
        <pc:sldMkLst>
          <pc:docMk/>
          <pc:sldMk cId="1407021237" sldId="265"/>
        </pc:sldMkLst>
        <pc:spChg chg="add del">
          <ac:chgData name="Justine G. Ramos" userId="23bf2b7b-55e2-4a02-8844-93e3bf8f6d02" providerId="ADAL" clId="{C623EF83-F154-4607-932D-A7EE302A7749}" dt="2025-08-18T03:01:14.788" v="875" actId="478"/>
          <ac:spMkLst>
            <pc:docMk/>
            <pc:sldMk cId="1407021237" sldId="265"/>
            <ac:spMk id="2" creationId="{824B04F9-F6B1-C649-CF55-876FAFEFB762}"/>
          </ac:spMkLst>
        </pc:spChg>
        <pc:spChg chg="mod">
          <ac:chgData name="Justine G. Ramos" userId="23bf2b7b-55e2-4a02-8844-93e3bf8f6d02" providerId="ADAL" clId="{C623EF83-F154-4607-932D-A7EE302A7749}" dt="2025-08-18T03:16:33.574" v="1339" actId="164"/>
          <ac:spMkLst>
            <pc:docMk/>
            <pc:sldMk cId="1407021237" sldId="265"/>
            <ac:spMk id="3" creationId="{B3BA440A-0DF4-9F7D-C2B2-09CC77553261}"/>
          </ac:spMkLst>
        </pc:spChg>
        <pc:spChg chg="add del">
          <ac:chgData name="Justine G. Ramos" userId="23bf2b7b-55e2-4a02-8844-93e3bf8f6d02" providerId="ADAL" clId="{C623EF83-F154-4607-932D-A7EE302A7749}" dt="2025-08-18T03:01:14.788" v="875" actId="478"/>
          <ac:spMkLst>
            <pc:docMk/>
            <pc:sldMk cId="1407021237" sldId="265"/>
            <ac:spMk id="5" creationId="{21218770-0ECD-57F1-77C2-55825C048D67}"/>
          </ac:spMkLst>
        </pc:spChg>
        <pc:spChg chg="add mod">
          <ac:chgData name="Justine G. Ramos" userId="23bf2b7b-55e2-4a02-8844-93e3bf8f6d02" providerId="ADAL" clId="{C623EF83-F154-4607-932D-A7EE302A7749}" dt="2025-08-18T03:16:33.574" v="1339" actId="164"/>
          <ac:spMkLst>
            <pc:docMk/>
            <pc:sldMk cId="1407021237" sldId="265"/>
            <ac:spMk id="6" creationId="{B603854D-2FC7-A9AD-672E-CF28EE42E586}"/>
          </ac:spMkLst>
        </pc:spChg>
        <pc:spChg chg="add mod">
          <ac:chgData name="Justine G. Ramos" userId="23bf2b7b-55e2-4a02-8844-93e3bf8f6d02" providerId="ADAL" clId="{C623EF83-F154-4607-932D-A7EE302A7749}" dt="2025-08-18T03:16:33.574" v="1339" actId="164"/>
          <ac:spMkLst>
            <pc:docMk/>
            <pc:sldMk cId="1407021237" sldId="265"/>
            <ac:spMk id="9" creationId="{337424B1-4125-3B31-37E0-EF479B5D2AB0}"/>
          </ac:spMkLst>
        </pc:spChg>
        <pc:spChg chg="mod">
          <ac:chgData name="Justine G. Ramos" userId="23bf2b7b-55e2-4a02-8844-93e3bf8f6d02" providerId="ADAL" clId="{C623EF83-F154-4607-932D-A7EE302A7749}" dt="2025-08-18T03:16:33.574" v="1339" actId="164"/>
          <ac:spMkLst>
            <pc:docMk/>
            <pc:sldMk cId="1407021237" sldId="265"/>
            <ac:spMk id="12" creationId="{07F28137-2CE1-46E8-F96B-3785FF6F2ED9}"/>
          </ac:spMkLst>
        </pc:spChg>
        <pc:spChg chg="mod">
          <ac:chgData name="Justine G. Ramos" userId="23bf2b7b-55e2-4a02-8844-93e3bf8f6d02" providerId="ADAL" clId="{C623EF83-F154-4607-932D-A7EE302A7749}" dt="2025-08-18T03:16:33.574" v="1339" actId="164"/>
          <ac:spMkLst>
            <pc:docMk/>
            <pc:sldMk cId="1407021237" sldId="265"/>
            <ac:spMk id="14" creationId="{35C7434D-F373-B940-5CFE-D1E35762CD5B}"/>
          </ac:spMkLst>
        </pc:spChg>
        <pc:spChg chg="mod">
          <ac:chgData name="Justine G. Ramos" userId="23bf2b7b-55e2-4a02-8844-93e3bf8f6d02" providerId="ADAL" clId="{C623EF83-F154-4607-932D-A7EE302A7749}" dt="2025-08-18T03:16:33.574" v="1339" actId="164"/>
          <ac:spMkLst>
            <pc:docMk/>
            <pc:sldMk cId="1407021237" sldId="265"/>
            <ac:spMk id="15" creationId="{2A1C3E63-B797-1A7B-C9DD-D91112E0FD68}"/>
          </ac:spMkLst>
        </pc:spChg>
        <pc:spChg chg="mod">
          <ac:chgData name="Justine G. Ramos" userId="23bf2b7b-55e2-4a02-8844-93e3bf8f6d02" providerId="ADAL" clId="{C623EF83-F154-4607-932D-A7EE302A7749}" dt="2025-08-18T03:16:33.574" v="1339" actId="164"/>
          <ac:spMkLst>
            <pc:docMk/>
            <pc:sldMk cId="1407021237" sldId="265"/>
            <ac:spMk id="18" creationId="{2071B2EC-C085-B652-66BE-EA089C59AE8E}"/>
          </ac:spMkLst>
        </pc:spChg>
        <pc:spChg chg="add del">
          <ac:chgData name="Justine G. Ramos" userId="23bf2b7b-55e2-4a02-8844-93e3bf8f6d02" providerId="ADAL" clId="{C623EF83-F154-4607-932D-A7EE302A7749}" dt="2025-08-18T03:01:14.788" v="875" actId="478"/>
          <ac:spMkLst>
            <pc:docMk/>
            <pc:sldMk cId="1407021237" sldId="265"/>
            <ac:spMk id="19" creationId="{4DE5C77D-DA05-D631-B1F7-00C8022098FD}"/>
          </ac:spMkLst>
        </pc:spChg>
        <pc:spChg chg="mod">
          <ac:chgData name="Justine G. Ramos" userId="23bf2b7b-55e2-4a02-8844-93e3bf8f6d02" providerId="ADAL" clId="{C623EF83-F154-4607-932D-A7EE302A7749}" dt="2025-08-18T03:16:33.574" v="1339" actId="164"/>
          <ac:spMkLst>
            <pc:docMk/>
            <pc:sldMk cId="1407021237" sldId="265"/>
            <ac:spMk id="21" creationId="{679D9913-839B-BE3D-34CC-07C5CB07226D}"/>
          </ac:spMkLst>
        </pc:spChg>
        <pc:spChg chg="mod">
          <ac:chgData name="Justine G. Ramos" userId="23bf2b7b-55e2-4a02-8844-93e3bf8f6d02" providerId="ADAL" clId="{C623EF83-F154-4607-932D-A7EE302A7749}" dt="2025-08-18T02:38:25.643" v="644"/>
          <ac:spMkLst>
            <pc:docMk/>
            <pc:sldMk cId="1407021237" sldId="265"/>
            <ac:spMk id="24" creationId="{8E04416B-4E33-EA68-0ADB-A62D788A008C}"/>
          </ac:spMkLst>
        </pc:spChg>
        <pc:spChg chg="mod">
          <ac:chgData name="Justine G. Ramos" userId="23bf2b7b-55e2-4a02-8844-93e3bf8f6d02" providerId="ADAL" clId="{C623EF83-F154-4607-932D-A7EE302A7749}" dt="2025-08-18T02:38:25.643" v="644"/>
          <ac:spMkLst>
            <pc:docMk/>
            <pc:sldMk cId="1407021237" sldId="265"/>
            <ac:spMk id="25" creationId="{FBB63995-871C-8AEF-363B-768D1DA28E73}"/>
          </ac:spMkLst>
        </pc:spChg>
        <pc:spChg chg="del">
          <ac:chgData name="Justine G. Ramos" userId="23bf2b7b-55e2-4a02-8844-93e3bf8f6d02" providerId="ADAL" clId="{C623EF83-F154-4607-932D-A7EE302A7749}" dt="2025-08-18T02:37:41.111" v="625" actId="478"/>
          <ac:spMkLst>
            <pc:docMk/>
            <pc:sldMk cId="1407021237" sldId="265"/>
            <ac:spMk id="26" creationId="{5AC15684-53B3-2652-1F6F-296C660F0CAF}"/>
          </ac:spMkLst>
        </pc:spChg>
        <pc:spChg chg="add mod">
          <ac:chgData name="Justine G. Ramos" userId="23bf2b7b-55e2-4a02-8844-93e3bf8f6d02" providerId="ADAL" clId="{C623EF83-F154-4607-932D-A7EE302A7749}" dt="2025-08-18T02:38:25.643" v="644"/>
          <ac:spMkLst>
            <pc:docMk/>
            <pc:sldMk cId="1407021237" sldId="265"/>
            <ac:spMk id="28" creationId="{813DCFE7-06B7-3BFD-7449-67C689718BFA}"/>
          </ac:spMkLst>
        </pc:spChg>
        <pc:spChg chg="add mod">
          <ac:chgData name="Justine G. Ramos" userId="23bf2b7b-55e2-4a02-8844-93e3bf8f6d02" providerId="ADAL" clId="{C623EF83-F154-4607-932D-A7EE302A7749}" dt="2025-08-18T02:38:25.643" v="644"/>
          <ac:spMkLst>
            <pc:docMk/>
            <pc:sldMk cId="1407021237" sldId="265"/>
            <ac:spMk id="30" creationId="{F0CC33CF-BDEE-C753-3CB0-96A3571D4876}"/>
          </ac:spMkLst>
        </pc:spChg>
        <pc:spChg chg="mod">
          <ac:chgData name="Justine G. Ramos" userId="23bf2b7b-55e2-4a02-8844-93e3bf8f6d02" providerId="ADAL" clId="{C623EF83-F154-4607-932D-A7EE302A7749}" dt="2025-08-18T02:38:28.935" v="645"/>
          <ac:spMkLst>
            <pc:docMk/>
            <pc:sldMk cId="1407021237" sldId="265"/>
            <ac:spMk id="32" creationId="{4AFC7196-0080-5C12-0ADD-4936EB6D201E}"/>
          </ac:spMkLst>
        </pc:spChg>
        <pc:spChg chg="mod">
          <ac:chgData name="Justine G. Ramos" userId="23bf2b7b-55e2-4a02-8844-93e3bf8f6d02" providerId="ADAL" clId="{C623EF83-F154-4607-932D-A7EE302A7749}" dt="2025-08-18T02:39:38.589" v="666" actId="1076"/>
          <ac:spMkLst>
            <pc:docMk/>
            <pc:sldMk cId="1407021237" sldId="265"/>
            <ac:spMk id="33" creationId="{A8FD9AFF-9230-66AF-D464-AE99F4AA8888}"/>
          </ac:spMkLst>
        </pc:spChg>
        <pc:spChg chg="add mod">
          <ac:chgData name="Justine G. Ramos" userId="23bf2b7b-55e2-4a02-8844-93e3bf8f6d02" providerId="ADAL" clId="{C623EF83-F154-4607-932D-A7EE302A7749}" dt="2025-08-18T03:16:33.574" v="1339" actId="164"/>
          <ac:spMkLst>
            <pc:docMk/>
            <pc:sldMk cId="1407021237" sldId="265"/>
            <ac:spMk id="35" creationId="{FF8A71F7-FDB4-D815-04FE-51D5FBC1943F}"/>
          </ac:spMkLst>
        </pc:spChg>
        <pc:spChg chg="add mod">
          <ac:chgData name="Justine G. Ramos" userId="23bf2b7b-55e2-4a02-8844-93e3bf8f6d02" providerId="ADAL" clId="{C623EF83-F154-4607-932D-A7EE302A7749}" dt="2025-08-18T03:16:33.574" v="1339" actId="164"/>
          <ac:spMkLst>
            <pc:docMk/>
            <pc:sldMk cId="1407021237" sldId="265"/>
            <ac:spMk id="37" creationId="{F6B6278A-F435-C832-D3BC-9BDC06BF580B}"/>
          </ac:spMkLst>
        </pc:spChg>
        <pc:spChg chg="add mod">
          <ac:chgData name="Justine G. Ramos" userId="23bf2b7b-55e2-4a02-8844-93e3bf8f6d02" providerId="ADAL" clId="{C623EF83-F154-4607-932D-A7EE302A7749}" dt="2025-08-18T03:16:33.574" v="1339" actId="164"/>
          <ac:spMkLst>
            <pc:docMk/>
            <pc:sldMk cId="1407021237" sldId="265"/>
            <ac:spMk id="40" creationId="{119DD1B6-0CAC-D50D-F677-62B0D69C9401}"/>
          </ac:spMkLst>
        </pc:spChg>
        <pc:spChg chg="add del mod">
          <ac:chgData name="Justine G. Ramos" userId="23bf2b7b-55e2-4a02-8844-93e3bf8f6d02" providerId="ADAL" clId="{C623EF83-F154-4607-932D-A7EE302A7749}" dt="2025-08-18T02:46:00.010" v="775" actId="478"/>
          <ac:spMkLst>
            <pc:docMk/>
            <pc:sldMk cId="1407021237" sldId="265"/>
            <ac:spMk id="45" creationId="{52932AAB-5B66-42AB-2B03-8053CB1D6811}"/>
          </ac:spMkLst>
        </pc:spChg>
        <pc:spChg chg="add del mod">
          <ac:chgData name="Justine G. Ramos" userId="23bf2b7b-55e2-4a02-8844-93e3bf8f6d02" providerId="ADAL" clId="{C623EF83-F154-4607-932D-A7EE302A7749}" dt="2025-08-18T03:02:31.235" v="933" actId="478"/>
          <ac:spMkLst>
            <pc:docMk/>
            <pc:sldMk cId="1407021237" sldId="265"/>
            <ac:spMk id="46" creationId="{D4838CC5-0F34-7321-85B3-FCDB91E99BCB}"/>
          </ac:spMkLst>
        </pc:spChg>
        <pc:spChg chg="add mod">
          <ac:chgData name="Justine G. Ramos" userId="23bf2b7b-55e2-4a02-8844-93e3bf8f6d02" providerId="ADAL" clId="{C623EF83-F154-4607-932D-A7EE302A7749}" dt="2025-08-18T03:16:33.574" v="1339" actId="164"/>
          <ac:spMkLst>
            <pc:docMk/>
            <pc:sldMk cId="1407021237" sldId="265"/>
            <ac:spMk id="47" creationId="{91DC25F5-8646-3F16-2F06-E387A47ADD61}"/>
          </ac:spMkLst>
        </pc:spChg>
        <pc:spChg chg="add mod">
          <ac:chgData name="Justine G. Ramos" userId="23bf2b7b-55e2-4a02-8844-93e3bf8f6d02" providerId="ADAL" clId="{C623EF83-F154-4607-932D-A7EE302A7749}" dt="2025-08-18T03:16:33.574" v="1339" actId="164"/>
          <ac:spMkLst>
            <pc:docMk/>
            <pc:sldMk cId="1407021237" sldId="265"/>
            <ac:spMk id="50" creationId="{671ABB6E-25FF-6A65-0ABA-385499E3F0DA}"/>
          </ac:spMkLst>
        </pc:spChg>
        <pc:spChg chg="add mod">
          <ac:chgData name="Justine G. Ramos" userId="23bf2b7b-55e2-4a02-8844-93e3bf8f6d02" providerId="ADAL" clId="{C623EF83-F154-4607-932D-A7EE302A7749}" dt="2025-08-18T03:16:33.574" v="1339" actId="164"/>
          <ac:spMkLst>
            <pc:docMk/>
            <pc:sldMk cId="1407021237" sldId="265"/>
            <ac:spMk id="54" creationId="{4811C004-1B29-DB80-88BA-AB4E2DDE5060}"/>
          </ac:spMkLst>
        </pc:spChg>
        <pc:grpChg chg="mod">
          <ac:chgData name="Justine G. Ramos" userId="23bf2b7b-55e2-4a02-8844-93e3bf8f6d02" providerId="ADAL" clId="{C623EF83-F154-4607-932D-A7EE302A7749}" dt="2025-08-18T03:16:33.574" v="1339" actId="164"/>
          <ac:grpSpMkLst>
            <pc:docMk/>
            <pc:sldMk cId="1407021237" sldId="265"/>
            <ac:grpSpMk id="22" creationId="{0AF3E798-36D7-B19F-F2D6-2F68D91EF356}"/>
          </ac:grpSpMkLst>
        </pc:grpChg>
        <pc:grpChg chg="add mod">
          <ac:chgData name="Justine G. Ramos" userId="23bf2b7b-55e2-4a02-8844-93e3bf8f6d02" providerId="ADAL" clId="{C623EF83-F154-4607-932D-A7EE302A7749}" dt="2025-08-18T02:38:25.643" v="644"/>
          <ac:grpSpMkLst>
            <pc:docMk/>
            <pc:sldMk cId="1407021237" sldId="265"/>
            <ac:grpSpMk id="23" creationId="{28733BC0-057E-0863-155E-BAA5681F9E4E}"/>
          </ac:grpSpMkLst>
        </pc:grpChg>
        <pc:grpChg chg="add mod">
          <ac:chgData name="Justine G. Ramos" userId="23bf2b7b-55e2-4a02-8844-93e3bf8f6d02" providerId="ADAL" clId="{C623EF83-F154-4607-932D-A7EE302A7749}" dt="2025-08-18T03:16:33.574" v="1339" actId="164"/>
          <ac:grpSpMkLst>
            <pc:docMk/>
            <pc:sldMk cId="1407021237" sldId="265"/>
            <ac:grpSpMk id="31" creationId="{330409B4-90D3-5AC4-97A4-52ECBEB5610B}"/>
          </ac:grpSpMkLst>
        </pc:grpChg>
        <pc:grpChg chg="add mod">
          <ac:chgData name="Justine G. Ramos" userId="23bf2b7b-55e2-4a02-8844-93e3bf8f6d02" providerId="ADAL" clId="{C623EF83-F154-4607-932D-A7EE302A7749}" dt="2025-08-18T03:16:33.574" v="1339" actId="164"/>
          <ac:grpSpMkLst>
            <pc:docMk/>
            <pc:sldMk cId="1407021237" sldId="265"/>
            <ac:grpSpMk id="55" creationId="{9409FCA6-7EA9-98AD-1B08-8171A3DB9CC8}"/>
          </ac:grpSpMkLst>
        </pc:grpChg>
        <pc:picChg chg="del">
          <ac:chgData name="Justine G. Ramos" userId="23bf2b7b-55e2-4a02-8844-93e3bf8f6d02" providerId="ADAL" clId="{C623EF83-F154-4607-932D-A7EE302A7749}" dt="2025-08-18T02:36:54.386" v="600" actId="478"/>
          <ac:picMkLst>
            <pc:docMk/>
            <pc:sldMk cId="1407021237" sldId="265"/>
            <ac:picMk id="1028" creationId="{397A4B8A-01D4-4BB3-21F7-A0240BA9433C}"/>
          </ac:picMkLst>
        </pc:picChg>
        <pc:cxnChg chg="mod">
          <ac:chgData name="Justine G. Ramos" userId="23bf2b7b-55e2-4a02-8844-93e3bf8f6d02" providerId="ADAL" clId="{C623EF83-F154-4607-932D-A7EE302A7749}" dt="2025-08-18T03:16:33.574" v="1339" actId="164"/>
          <ac:cxnSpMkLst>
            <pc:docMk/>
            <pc:sldMk cId="1407021237" sldId="265"/>
            <ac:cxnSpMk id="4" creationId="{B1C2B37A-188B-3CF8-AB14-81DBCC8D028C}"/>
          </ac:cxnSpMkLst>
        </pc:cxnChg>
        <pc:cxnChg chg="mod">
          <ac:chgData name="Justine G. Ramos" userId="23bf2b7b-55e2-4a02-8844-93e3bf8f6d02" providerId="ADAL" clId="{C623EF83-F154-4607-932D-A7EE302A7749}" dt="2025-08-18T03:16:33.574" v="1339" actId="164"/>
          <ac:cxnSpMkLst>
            <pc:docMk/>
            <pc:sldMk cId="1407021237" sldId="265"/>
            <ac:cxnSpMk id="7" creationId="{18991DB8-EEDE-9543-D6D5-BDAC96727AEE}"/>
          </ac:cxnSpMkLst>
        </pc:cxnChg>
        <pc:cxnChg chg="add del">
          <ac:chgData name="Justine G. Ramos" userId="23bf2b7b-55e2-4a02-8844-93e3bf8f6d02" providerId="ADAL" clId="{C623EF83-F154-4607-932D-A7EE302A7749}" dt="2025-08-18T03:01:14.788" v="875" actId="478"/>
          <ac:cxnSpMkLst>
            <pc:docMk/>
            <pc:sldMk cId="1407021237" sldId="265"/>
            <ac:cxnSpMk id="8" creationId="{B3FB61F3-040D-2EBD-AF2B-E215A0AA1ACC}"/>
          </ac:cxnSpMkLst>
        </pc:cxnChg>
        <pc:cxnChg chg="mod">
          <ac:chgData name="Justine G. Ramos" userId="23bf2b7b-55e2-4a02-8844-93e3bf8f6d02" providerId="ADAL" clId="{C623EF83-F154-4607-932D-A7EE302A7749}" dt="2025-08-18T03:16:33.574" v="1339" actId="164"/>
          <ac:cxnSpMkLst>
            <pc:docMk/>
            <pc:sldMk cId="1407021237" sldId="265"/>
            <ac:cxnSpMk id="13" creationId="{10B71A3C-8062-C03C-52E8-642FDE4901FA}"/>
          </ac:cxnSpMkLst>
        </pc:cxnChg>
        <pc:cxnChg chg="mod">
          <ac:chgData name="Justine G. Ramos" userId="23bf2b7b-55e2-4a02-8844-93e3bf8f6d02" providerId="ADAL" clId="{C623EF83-F154-4607-932D-A7EE302A7749}" dt="2025-08-18T03:16:33.574" v="1339" actId="164"/>
          <ac:cxnSpMkLst>
            <pc:docMk/>
            <pc:sldMk cId="1407021237" sldId="265"/>
            <ac:cxnSpMk id="16" creationId="{002421FD-86A5-48C7-16CB-ADFAD410D9C8}"/>
          </ac:cxnSpMkLst>
        </pc:cxnChg>
        <pc:cxnChg chg="add del mod">
          <ac:chgData name="Justine G. Ramos" userId="23bf2b7b-55e2-4a02-8844-93e3bf8f6d02" providerId="ADAL" clId="{C623EF83-F154-4607-932D-A7EE302A7749}" dt="2025-08-18T03:02:31.235" v="933" actId="478"/>
          <ac:cxnSpMkLst>
            <pc:docMk/>
            <pc:sldMk cId="1407021237" sldId="265"/>
            <ac:cxnSpMk id="17" creationId="{B7BAE8CA-2EB5-18AE-B5D7-B483259CEF32}"/>
          </ac:cxnSpMkLst>
        </pc:cxnChg>
        <pc:cxnChg chg="add del">
          <ac:chgData name="Justine G. Ramos" userId="23bf2b7b-55e2-4a02-8844-93e3bf8f6d02" providerId="ADAL" clId="{C623EF83-F154-4607-932D-A7EE302A7749}" dt="2025-08-18T03:01:14.788" v="875" actId="478"/>
          <ac:cxnSpMkLst>
            <pc:docMk/>
            <pc:sldMk cId="1407021237" sldId="265"/>
            <ac:cxnSpMk id="20" creationId="{8A074890-2346-69A6-E048-379E3DE32336}"/>
          </ac:cxnSpMkLst>
        </pc:cxnChg>
        <pc:cxnChg chg="add mod">
          <ac:chgData name="Justine G. Ramos" userId="23bf2b7b-55e2-4a02-8844-93e3bf8f6d02" providerId="ADAL" clId="{C623EF83-F154-4607-932D-A7EE302A7749}" dt="2025-08-18T02:38:25.643" v="644"/>
          <ac:cxnSpMkLst>
            <pc:docMk/>
            <pc:sldMk cId="1407021237" sldId="265"/>
            <ac:cxnSpMk id="27" creationId="{53AE9CE6-E6CE-DA20-900E-42509CD049B5}"/>
          </ac:cxnSpMkLst>
        </pc:cxnChg>
        <pc:cxnChg chg="add mod">
          <ac:chgData name="Justine G. Ramos" userId="23bf2b7b-55e2-4a02-8844-93e3bf8f6d02" providerId="ADAL" clId="{C623EF83-F154-4607-932D-A7EE302A7749}" dt="2025-08-18T02:38:25.643" v="644"/>
          <ac:cxnSpMkLst>
            <pc:docMk/>
            <pc:sldMk cId="1407021237" sldId="265"/>
            <ac:cxnSpMk id="29" creationId="{B39B709E-AFC7-4085-EA79-61A4250C5167}"/>
          </ac:cxnSpMkLst>
        </pc:cxnChg>
        <pc:cxnChg chg="add mod">
          <ac:chgData name="Justine G. Ramos" userId="23bf2b7b-55e2-4a02-8844-93e3bf8f6d02" providerId="ADAL" clId="{C623EF83-F154-4607-932D-A7EE302A7749}" dt="2025-08-18T03:16:33.574" v="1339" actId="164"/>
          <ac:cxnSpMkLst>
            <pc:docMk/>
            <pc:sldMk cId="1407021237" sldId="265"/>
            <ac:cxnSpMk id="34" creationId="{A952A051-2FF1-DA8C-623E-54F3EF1E374F}"/>
          </ac:cxnSpMkLst>
        </pc:cxnChg>
        <pc:cxnChg chg="add mod">
          <ac:chgData name="Justine G. Ramos" userId="23bf2b7b-55e2-4a02-8844-93e3bf8f6d02" providerId="ADAL" clId="{C623EF83-F154-4607-932D-A7EE302A7749}" dt="2025-08-18T03:16:33.574" v="1339" actId="164"/>
          <ac:cxnSpMkLst>
            <pc:docMk/>
            <pc:sldMk cId="1407021237" sldId="265"/>
            <ac:cxnSpMk id="36" creationId="{AC6160AE-BBF9-FB34-7922-CED7871EE106}"/>
          </ac:cxnSpMkLst>
        </pc:cxnChg>
        <pc:cxnChg chg="add mod">
          <ac:chgData name="Justine G. Ramos" userId="23bf2b7b-55e2-4a02-8844-93e3bf8f6d02" providerId="ADAL" clId="{C623EF83-F154-4607-932D-A7EE302A7749}" dt="2025-08-18T03:16:33.574" v="1339" actId="164"/>
          <ac:cxnSpMkLst>
            <pc:docMk/>
            <pc:sldMk cId="1407021237" sldId="265"/>
            <ac:cxnSpMk id="38" creationId="{66633DCC-FE0D-3535-A35B-614EFE440EBA}"/>
          </ac:cxnSpMkLst>
        </pc:cxnChg>
        <pc:cxnChg chg="add mod">
          <ac:chgData name="Justine G. Ramos" userId="23bf2b7b-55e2-4a02-8844-93e3bf8f6d02" providerId="ADAL" clId="{C623EF83-F154-4607-932D-A7EE302A7749}" dt="2025-08-18T03:16:33.574" v="1339" actId="164"/>
          <ac:cxnSpMkLst>
            <pc:docMk/>
            <pc:sldMk cId="1407021237" sldId="265"/>
            <ac:cxnSpMk id="39" creationId="{060AE0B7-9398-8928-1EF9-A3CBACE15EE2}"/>
          </ac:cxnSpMkLst>
        </pc:cxnChg>
        <pc:cxnChg chg="add del mod">
          <ac:chgData name="Justine G. Ramos" userId="23bf2b7b-55e2-4a02-8844-93e3bf8f6d02" providerId="ADAL" clId="{C623EF83-F154-4607-932D-A7EE302A7749}" dt="2025-08-18T02:43:49.045" v="688" actId="478"/>
          <ac:cxnSpMkLst>
            <pc:docMk/>
            <pc:sldMk cId="1407021237" sldId="265"/>
            <ac:cxnSpMk id="41" creationId="{06E64046-32ED-F8D4-AC6F-FFB8F7BC077B}"/>
          </ac:cxnSpMkLst>
        </pc:cxnChg>
        <pc:cxnChg chg="add mod">
          <ac:chgData name="Justine G. Ramos" userId="23bf2b7b-55e2-4a02-8844-93e3bf8f6d02" providerId="ADAL" clId="{C623EF83-F154-4607-932D-A7EE302A7749}" dt="2025-08-18T03:16:33.574" v="1339" actId="164"/>
          <ac:cxnSpMkLst>
            <pc:docMk/>
            <pc:sldMk cId="1407021237" sldId="265"/>
            <ac:cxnSpMk id="43" creationId="{2E4FA60D-8A3B-98A7-4764-535484F6C253}"/>
          </ac:cxnSpMkLst>
        </pc:cxnChg>
        <pc:cxnChg chg="add mod">
          <ac:chgData name="Justine G. Ramos" userId="23bf2b7b-55e2-4a02-8844-93e3bf8f6d02" providerId="ADAL" clId="{C623EF83-F154-4607-932D-A7EE302A7749}" dt="2025-08-18T03:16:33.574" v="1339" actId="164"/>
          <ac:cxnSpMkLst>
            <pc:docMk/>
            <pc:sldMk cId="1407021237" sldId="265"/>
            <ac:cxnSpMk id="44" creationId="{211EF983-5B2B-11C6-1ABE-C4C8EEA62F08}"/>
          </ac:cxnSpMkLst>
        </pc:cxnChg>
        <pc:cxnChg chg="add del mod">
          <ac:chgData name="Justine G. Ramos" userId="23bf2b7b-55e2-4a02-8844-93e3bf8f6d02" providerId="ADAL" clId="{C623EF83-F154-4607-932D-A7EE302A7749}" dt="2025-08-18T03:07:08.503" v="1032" actId="478"/>
          <ac:cxnSpMkLst>
            <pc:docMk/>
            <pc:sldMk cId="1407021237" sldId="265"/>
            <ac:cxnSpMk id="48" creationId="{55423924-C4DE-0065-5981-0DC3BF98E1FD}"/>
          </ac:cxnSpMkLst>
        </pc:cxnChg>
        <pc:cxnChg chg="add mod">
          <ac:chgData name="Justine G. Ramos" userId="23bf2b7b-55e2-4a02-8844-93e3bf8f6d02" providerId="ADAL" clId="{C623EF83-F154-4607-932D-A7EE302A7749}" dt="2025-08-18T03:16:33.574" v="1339" actId="164"/>
          <ac:cxnSpMkLst>
            <pc:docMk/>
            <pc:sldMk cId="1407021237" sldId="265"/>
            <ac:cxnSpMk id="49" creationId="{1A2C7787-CC64-58AF-D949-507DBB337180}"/>
          </ac:cxnSpMkLst>
        </pc:cxnChg>
        <pc:cxnChg chg="add mod">
          <ac:chgData name="Justine G. Ramos" userId="23bf2b7b-55e2-4a02-8844-93e3bf8f6d02" providerId="ADAL" clId="{C623EF83-F154-4607-932D-A7EE302A7749}" dt="2025-08-18T03:16:33.574" v="1339" actId="164"/>
          <ac:cxnSpMkLst>
            <pc:docMk/>
            <pc:sldMk cId="1407021237" sldId="265"/>
            <ac:cxnSpMk id="51" creationId="{8AEA4DAA-18BB-2291-08E6-C8E7CC290075}"/>
          </ac:cxnSpMkLst>
        </pc:cxnChg>
        <pc:cxnChg chg="add del mod">
          <ac:chgData name="Justine G. Ramos" userId="23bf2b7b-55e2-4a02-8844-93e3bf8f6d02" providerId="ADAL" clId="{C623EF83-F154-4607-932D-A7EE302A7749}" dt="2025-08-18T03:11:14.406" v="1131" actId="478"/>
          <ac:cxnSpMkLst>
            <pc:docMk/>
            <pc:sldMk cId="1407021237" sldId="265"/>
            <ac:cxnSpMk id="52" creationId="{ED47B686-5E66-2BB9-3D52-9E4610B27187}"/>
          </ac:cxnSpMkLst>
        </pc:cxnChg>
        <pc:cxnChg chg="add mod">
          <ac:chgData name="Justine G. Ramos" userId="23bf2b7b-55e2-4a02-8844-93e3bf8f6d02" providerId="ADAL" clId="{C623EF83-F154-4607-932D-A7EE302A7749}" dt="2025-08-18T03:16:33.574" v="1339" actId="164"/>
          <ac:cxnSpMkLst>
            <pc:docMk/>
            <pc:sldMk cId="1407021237" sldId="265"/>
            <ac:cxnSpMk id="53" creationId="{849EC2A1-DC19-3CEE-9F93-259FE5B08F5A}"/>
          </ac:cxnSpMkLst>
        </pc:cxnChg>
      </pc:sldChg>
      <pc:sldChg chg="addSp delSp modSp add mod modShow">
        <pc:chgData name="Justine G. Ramos" userId="23bf2b7b-55e2-4a02-8844-93e3bf8f6d02" providerId="ADAL" clId="{C623EF83-F154-4607-932D-A7EE302A7749}" dt="2025-08-18T03:20:32.435" v="1573" actId="729"/>
        <pc:sldMkLst>
          <pc:docMk/>
          <pc:sldMk cId="2469148199" sldId="266"/>
        </pc:sldMkLst>
        <pc:spChg chg="add del">
          <ac:chgData name="Justine G. Ramos" userId="23bf2b7b-55e2-4a02-8844-93e3bf8f6d02" providerId="ADAL" clId="{C623EF83-F154-4607-932D-A7EE302A7749}" dt="2025-08-18T03:01:12.932" v="874" actId="478"/>
          <ac:spMkLst>
            <pc:docMk/>
            <pc:sldMk cId="2469148199" sldId="266"/>
            <ac:spMk id="2" creationId="{824B04F9-F6B1-C649-CF55-876FAFEFB762}"/>
          </ac:spMkLst>
        </pc:spChg>
        <pc:spChg chg="mod">
          <ac:chgData name="Justine G. Ramos" userId="23bf2b7b-55e2-4a02-8844-93e3bf8f6d02" providerId="ADAL" clId="{C623EF83-F154-4607-932D-A7EE302A7749}" dt="2025-08-18T03:16:38.882" v="1340" actId="164"/>
          <ac:spMkLst>
            <pc:docMk/>
            <pc:sldMk cId="2469148199" sldId="266"/>
            <ac:spMk id="3" creationId="{B3BA440A-0DF4-9F7D-C2B2-09CC77553261}"/>
          </ac:spMkLst>
        </pc:spChg>
        <pc:spChg chg="add del">
          <ac:chgData name="Justine G. Ramos" userId="23bf2b7b-55e2-4a02-8844-93e3bf8f6d02" providerId="ADAL" clId="{C623EF83-F154-4607-932D-A7EE302A7749}" dt="2025-08-18T03:01:12.932" v="874" actId="478"/>
          <ac:spMkLst>
            <pc:docMk/>
            <pc:sldMk cId="2469148199" sldId="266"/>
            <ac:spMk id="5" creationId="{21218770-0ECD-57F1-77C2-55825C048D67}"/>
          </ac:spMkLst>
        </pc:spChg>
        <pc:spChg chg="mod">
          <ac:chgData name="Justine G. Ramos" userId="23bf2b7b-55e2-4a02-8844-93e3bf8f6d02" providerId="ADAL" clId="{C623EF83-F154-4607-932D-A7EE302A7749}" dt="2025-08-18T03:08:05.452" v="1034" actId="1076"/>
          <ac:spMkLst>
            <pc:docMk/>
            <pc:sldMk cId="2469148199" sldId="266"/>
            <ac:spMk id="6" creationId="{B603854D-2FC7-A9AD-672E-CF28EE42E586}"/>
          </ac:spMkLst>
        </pc:spChg>
        <pc:spChg chg="mod">
          <ac:chgData name="Justine G. Ramos" userId="23bf2b7b-55e2-4a02-8844-93e3bf8f6d02" providerId="ADAL" clId="{C623EF83-F154-4607-932D-A7EE302A7749}" dt="2025-08-18T03:08:05.452" v="1034" actId="1076"/>
          <ac:spMkLst>
            <pc:docMk/>
            <pc:sldMk cId="2469148199" sldId="266"/>
            <ac:spMk id="9" creationId="{337424B1-4125-3B31-37E0-EF479B5D2AB0}"/>
          </ac:spMkLst>
        </pc:spChg>
        <pc:spChg chg="mod">
          <ac:chgData name="Justine G. Ramos" userId="23bf2b7b-55e2-4a02-8844-93e3bf8f6d02" providerId="ADAL" clId="{C623EF83-F154-4607-932D-A7EE302A7749}" dt="2025-08-18T03:08:05.452" v="1034" actId="1076"/>
          <ac:spMkLst>
            <pc:docMk/>
            <pc:sldMk cId="2469148199" sldId="266"/>
            <ac:spMk id="12" creationId="{07F28137-2CE1-46E8-F96B-3785FF6F2ED9}"/>
          </ac:spMkLst>
        </pc:spChg>
        <pc:spChg chg="mod">
          <ac:chgData name="Justine G. Ramos" userId="23bf2b7b-55e2-4a02-8844-93e3bf8f6d02" providerId="ADAL" clId="{C623EF83-F154-4607-932D-A7EE302A7749}" dt="2025-08-18T03:08:05.452" v="1034" actId="1076"/>
          <ac:spMkLst>
            <pc:docMk/>
            <pc:sldMk cId="2469148199" sldId="266"/>
            <ac:spMk id="14" creationId="{35C7434D-F373-B940-5CFE-D1E35762CD5B}"/>
          </ac:spMkLst>
        </pc:spChg>
        <pc:spChg chg="mod">
          <ac:chgData name="Justine G. Ramos" userId="23bf2b7b-55e2-4a02-8844-93e3bf8f6d02" providerId="ADAL" clId="{C623EF83-F154-4607-932D-A7EE302A7749}" dt="2025-08-18T03:08:05.452" v="1034" actId="1076"/>
          <ac:spMkLst>
            <pc:docMk/>
            <pc:sldMk cId="2469148199" sldId="266"/>
            <ac:spMk id="15" creationId="{2A1C3E63-B797-1A7B-C9DD-D91112E0FD68}"/>
          </ac:spMkLst>
        </pc:spChg>
        <pc:spChg chg="mod">
          <ac:chgData name="Justine G. Ramos" userId="23bf2b7b-55e2-4a02-8844-93e3bf8f6d02" providerId="ADAL" clId="{C623EF83-F154-4607-932D-A7EE302A7749}" dt="2025-08-18T03:08:05.452" v="1034" actId="1076"/>
          <ac:spMkLst>
            <pc:docMk/>
            <pc:sldMk cId="2469148199" sldId="266"/>
            <ac:spMk id="18" creationId="{2071B2EC-C085-B652-66BE-EA089C59AE8E}"/>
          </ac:spMkLst>
        </pc:spChg>
        <pc:spChg chg="add del">
          <ac:chgData name="Justine G. Ramos" userId="23bf2b7b-55e2-4a02-8844-93e3bf8f6d02" providerId="ADAL" clId="{C623EF83-F154-4607-932D-A7EE302A7749}" dt="2025-08-18T03:01:12.932" v="874" actId="478"/>
          <ac:spMkLst>
            <pc:docMk/>
            <pc:sldMk cId="2469148199" sldId="266"/>
            <ac:spMk id="19" creationId="{4DE5C77D-DA05-D631-B1F7-00C8022098FD}"/>
          </ac:spMkLst>
        </pc:spChg>
        <pc:spChg chg="mod">
          <ac:chgData name="Justine G. Ramos" userId="23bf2b7b-55e2-4a02-8844-93e3bf8f6d02" providerId="ADAL" clId="{C623EF83-F154-4607-932D-A7EE302A7749}" dt="2025-08-18T03:16:38.882" v="1340" actId="164"/>
          <ac:spMkLst>
            <pc:docMk/>
            <pc:sldMk cId="2469148199" sldId="266"/>
            <ac:spMk id="21" creationId="{679D9913-839B-BE3D-34CC-07C5CB07226D}"/>
          </ac:spMkLst>
        </pc:spChg>
        <pc:spChg chg="add mod topLvl">
          <ac:chgData name="Justine G. Ramos" userId="23bf2b7b-55e2-4a02-8844-93e3bf8f6d02" providerId="ADAL" clId="{C623EF83-F154-4607-932D-A7EE302A7749}" dt="2025-08-18T03:05:44.023" v="1024" actId="164"/>
          <ac:spMkLst>
            <pc:docMk/>
            <pc:sldMk cId="2469148199" sldId="266"/>
            <ac:spMk id="23" creationId="{50067223-FE8B-315D-5FB2-020432066E5B}"/>
          </ac:spMkLst>
        </pc:spChg>
        <pc:spChg chg="add mod topLvl">
          <ac:chgData name="Justine G. Ramos" userId="23bf2b7b-55e2-4a02-8844-93e3bf8f6d02" providerId="ADAL" clId="{C623EF83-F154-4607-932D-A7EE302A7749}" dt="2025-08-18T03:05:44.023" v="1024" actId="164"/>
          <ac:spMkLst>
            <pc:docMk/>
            <pc:sldMk cId="2469148199" sldId="266"/>
            <ac:spMk id="24" creationId="{800665A9-224D-A98F-F83F-04E145CF5AEE}"/>
          </ac:spMkLst>
        </pc:spChg>
        <pc:spChg chg="add mod">
          <ac:chgData name="Justine G. Ramos" userId="23bf2b7b-55e2-4a02-8844-93e3bf8f6d02" providerId="ADAL" clId="{C623EF83-F154-4607-932D-A7EE302A7749}" dt="2025-08-18T03:16:38.882" v="1340" actId="164"/>
          <ac:spMkLst>
            <pc:docMk/>
            <pc:sldMk cId="2469148199" sldId="266"/>
            <ac:spMk id="29" creationId="{0F67089E-F1E6-8CD4-AA39-0768F4483B3C}"/>
          </ac:spMkLst>
        </pc:spChg>
        <pc:spChg chg="mod">
          <ac:chgData name="Justine G. Ramos" userId="23bf2b7b-55e2-4a02-8844-93e3bf8f6d02" providerId="ADAL" clId="{C623EF83-F154-4607-932D-A7EE302A7749}" dt="2025-08-18T03:08:05.452" v="1034" actId="1076"/>
          <ac:spMkLst>
            <pc:docMk/>
            <pc:sldMk cId="2469148199" sldId="266"/>
            <ac:spMk id="35" creationId="{FF8A71F7-FDB4-D815-04FE-51D5FBC1943F}"/>
          </ac:spMkLst>
        </pc:spChg>
        <pc:spChg chg="mod">
          <ac:chgData name="Justine G. Ramos" userId="23bf2b7b-55e2-4a02-8844-93e3bf8f6d02" providerId="ADAL" clId="{C623EF83-F154-4607-932D-A7EE302A7749}" dt="2025-08-18T03:08:05.452" v="1034" actId="1076"/>
          <ac:spMkLst>
            <pc:docMk/>
            <pc:sldMk cId="2469148199" sldId="266"/>
            <ac:spMk id="37" creationId="{F6B6278A-F435-C832-D3BC-9BDC06BF580B}"/>
          </ac:spMkLst>
        </pc:spChg>
        <pc:spChg chg="mod">
          <ac:chgData name="Justine G. Ramos" userId="23bf2b7b-55e2-4a02-8844-93e3bf8f6d02" providerId="ADAL" clId="{C623EF83-F154-4607-932D-A7EE302A7749}" dt="2025-08-18T03:08:05.452" v="1034" actId="1076"/>
          <ac:spMkLst>
            <pc:docMk/>
            <pc:sldMk cId="2469148199" sldId="266"/>
            <ac:spMk id="40" creationId="{119DD1B6-0CAC-D50D-F677-62B0D69C9401}"/>
          </ac:spMkLst>
        </pc:spChg>
        <pc:spChg chg="mod">
          <ac:chgData name="Justine G. Ramos" userId="23bf2b7b-55e2-4a02-8844-93e3bf8f6d02" providerId="ADAL" clId="{C623EF83-F154-4607-932D-A7EE302A7749}" dt="2025-08-18T03:09:54.811" v="1090"/>
          <ac:spMkLst>
            <pc:docMk/>
            <pc:sldMk cId="2469148199" sldId="266"/>
            <ac:spMk id="41" creationId="{0731D490-3CED-9880-AF3B-112A447EE9B2}"/>
          </ac:spMkLst>
        </pc:spChg>
        <pc:spChg chg="mod">
          <ac:chgData name="Justine G. Ramos" userId="23bf2b7b-55e2-4a02-8844-93e3bf8f6d02" providerId="ADAL" clId="{C623EF83-F154-4607-932D-A7EE302A7749}" dt="2025-08-18T03:10:09.304" v="1115" actId="20577"/>
          <ac:spMkLst>
            <pc:docMk/>
            <pc:sldMk cId="2469148199" sldId="266"/>
            <ac:spMk id="42" creationId="{1DC1D2BE-F131-3795-617F-36A0029218C0}"/>
          </ac:spMkLst>
        </pc:spChg>
        <pc:spChg chg="mod">
          <ac:chgData name="Justine G. Ramos" userId="23bf2b7b-55e2-4a02-8844-93e3bf8f6d02" providerId="ADAL" clId="{C623EF83-F154-4607-932D-A7EE302A7749}" dt="2025-08-18T03:08:05.452" v="1034" actId="1076"/>
          <ac:spMkLst>
            <pc:docMk/>
            <pc:sldMk cId="2469148199" sldId="266"/>
            <ac:spMk id="46" creationId="{D4838CC5-0F34-7321-85B3-FCDB91E99BCB}"/>
          </ac:spMkLst>
        </pc:spChg>
        <pc:spChg chg="add mod">
          <ac:chgData name="Justine G. Ramos" userId="23bf2b7b-55e2-4a02-8844-93e3bf8f6d02" providerId="ADAL" clId="{C623EF83-F154-4607-932D-A7EE302A7749}" dt="2025-08-18T03:16:38.882" v="1340" actId="164"/>
          <ac:spMkLst>
            <pc:docMk/>
            <pc:sldMk cId="2469148199" sldId="266"/>
            <ac:spMk id="47" creationId="{E4981799-8261-EEA5-FF8E-20294180AEC6}"/>
          </ac:spMkLst>
        </pc:spChg>
        <pc:spChg chg="add mod">
          <ac:chgData name="Justine G. Ramos" userId="23bf2b7b-55e2-4a02-8844-93e3bf8f6d02" providerId="ADAL" clId="{C623EF83-F154-4607-932D-A7EE302A7749}" dt="2025-08-18T03:16:38.882" v="1340" actId="164"/>
          <ac:spMkLst>
            <pc:docMk/>
            <pc:sldMk cId="2469148199" sldId="266"/>
            <ac:spMk id="49" creationId="{7AADEE1E-F157-3E35-FBEC-CD56354921A7}"/>
          </ac:spMkLst>
        </pc:spChg>
        <pc:spChg chg="add mod">
          <ac:chgData name="Justine G. Ramos" userId="23bf2b7b-55e2-4a02-8844-93e3bf8f6d02" providerId="ADAL" clId="{C623EF83-F154-4607-932D-A7EE302A7749}" dt="2025-08-18T03:16:38.882" v="1340" actId="164"/>
          <ac:spMkLst>
            <pc:docMk/>
            <pc:sldMk cId="2469148199" sldId="266"/>
            <ac:spMk id="50" creationId="{3CF1DDB2-3009-2541-FF5F-D87633038609}"/>
          </ac:spMkLst>
        </pc:spChg>
        <pc:spChg chg="add mod">
          <ac:chgData name="Justine G. Ramos" userId="23bf2b7b-55e2-4a02-8844-93e3bf8f6d02" providerId="ADAL" clId="{C623EF83-F154-4607-932D-A7EE302A7749}" dt="2025-08-18T03:16:38.882" v="1340" actId="164"/>
          <ac:spMkLst>
            <pc:docMk/>
            <pc:sldMk cId="2469148199" sldId="266"/>
            <ac:spMk id="57" creationId="{5C8DA591-09B4-9D4A-368E-4AB7A856937A}"/>
          </ac:spMkLst>
        </pc:spChg>
        <pc:grpChg chg="mod">
          <ac:chgData name="Justine G. Ramos" userId="23bf2b7b-55e2-4a02-8844-93e3bf8f6d02" providerId="ADAL" clId="{C623EF83-F154-4607-932D-A7EE302A7749}" dt="2025-08-18T03:08:05.452" v="1034" actId="1076"/>
          <ac:grpSpMkLst>
            <pc:docMk/>
            <pc:sldMk cId="2469148199" sldId="266"/>
            <ac:grpSpMk id="22" creationId="{0AF3E798-36D7-B19F-F2D6-2F68D91EF356}"/>
          </ac:grpSpMkLst>
        </pc:grpChg>
        <pc:grpChg chg="add del mod">
          <ac:chgData name="Justine G. Ramos" userId="23bf2b7b-55e2-4a02-8844-93e3bf8f6d02" providerId="ADAL" clId="{C623EF83-F154-4607-932D-A7EE302A7749}" dt="2025-08-18T03:05:41.722" v="1023" actId="165"/>
          <ac:grpSpMkLst>
            <pc:docMk/>
            <pc:sldMk cId="2469148199" sldId="266"/>
            <ac:grpSpMk id="27" creationId="{4CF318C2-F0BE-BB3A-4AC3-793A238F35C9}"/>
          </ac:grpSpMkLst>
        </pc:grpChg>
        <pc:grpChg chg="add mod">
          <ac:chgData name="Justine G. Ramos" userId="23bf2b7b-55e2-4a02-8844-93e3bf8f6d02" providerId="ADAL" clId="{C623EF83-F154-4607-932D-A7EE302A7749}" dt="2025-08-18T03:16:38.882" v="1340" actId="164"/>
          <ac:grpSpMkLst>
            <pc:docMk/>
            <pc:sldMk cId="2469148199" sldId="266"/>
            <ac:grpSpMk id="28" creationId="{889269BA-4333-317D-73BE-0B828C6B27EE}"/>
          </ac:grpSpMkLst>
        </pc:grpChg>
        <pc:grpChg chg="add mod">
          <ac:chgData name="Justine G. Ramos" userId="23bf2b7b-55e2-4a02-8844-93e3bf8f6d02" providerId="ADAL" clId="{C623EF83-F154-4607-932D-A7EE302A7749}" dt="2025-08-18T03:16:38.882" v="1340" actId="164"/>
          <ac:grpSpMkLst>
            <pc:docMk/>
            <pc:sldMk cId="2469148199" sldId="266"/>
            <ac:grpSpMk id="30" creationId="{5C403B7D-C922-2170-4D9F-22EADCA6621E}"/>
          </ac:grpSpMkLst>
        </pc:grpChg>
        <pc:grpChg chg="mod">
          <ac:chgData name="Justine G. Ramos" userId="23bf2b7b-55e2-4a02-8844-93e3bf8f6d02" providerId="ADAL" clId="{C623EF83-F154-4607-932D-A7EE302A7749}" dt="2025-08-18T03:08:05.452" v="1034" actId="1076"/>
          <ac:grpSpMkLst>
            <pc:docMk/>
            <pc:sldMk cId="2469148199" sldId="266"/>
            <ac:grpSpMk id="31" creationId="{330409B4-90D3-5AC4-97A4-52ECBEB5610B}"/>
          </ac:grpSpMkLst>
        </pc:grpChg>
        <pc:grpChg chg="add mod">
          <ac:chgData name="Justine G. Ramos" userId="23bf2b7b-55e2-4a02-8844-93e3bf8f6d02" providerId="ADAL" clId="{C623EF83-F154-4607-932D-A7EE302A7749}" dt="2025-08-18T03:16:38.882" v="1340" actId="164"/>
          <ac:grpSpMkLst>
            <pc:docMk/>
            <pc:sldMk cId="2469148199" sldId="266"/>
            <ac:grpSpMk id="59" creationId="{DB9696ED-673A-3749-BB06-D6D91602FDFF}"/>
          </ac:grpSpMkLst>
        </pc:grpChg>
        <pc:cxnChg chg="mod">
          <ac:chgData name="Justine G. Ramos" userId="23bf2b7b-55e2-4a02-8844-93e3bf8f6d02" providerId="ADAL" clId="{C623EF83-F154-4607-932D-A7EE302A7749}" dt="2025-08-18T03:16:38.882" v="1340" actId="164"/>
          <ac:cxnSpMkLst>
            <pc:docMk/>
            <pc:sldMk cId="2469148199" sldId="266"/>
            <ac:cxnSpMk id="4" creationId="{B1C2B37A-188B-3CF8-AB14-81DBCC8D028C}"/>
          </ac:cxnSpMkLst>
        </pc:cxnChg>
        <pc:cxnChg chg="mod topLvl">
          <ac:chgData name="Justine G. Ramos" userId="23bf2b7b-55e2-4a02-8844-93e3bf8f6d02" providerId="ADAL" clId="{C623EF83-F154-4607-932D-A7EE302A7749}" dt="2025-08-18T03:16:38.882" v="1340" actId="164"/>
          <ac:cxnSpMkLst>
            <pc:docMk/>
            <pc:sldMk cId="2469148199" sldId="266"/>
            <ac:cxnSpMk id="7" creationId="{18991DB8-EEDE-9543-D6D5-BDAC96727AEE}"/>
          </ac:cxnSpMkLst>
        </pc:cxnChg>
        <pc:cxnChg chg="add del">
          <ac:chgData name="Justine G. Ramos" userId="23bf2b7b-55e2-4a02-8844-93e3bf8f6d02" providerId="ADAL" clId="{C623EF83-F154-4607-932D-A7EE302A7749}" dt="2025-08-18T03:01:12.932" v="874" actId="478"/>
          <ac:cxnSpMkLst>
            <pc:docMk/>
            <pc:sldMk cId="2469148199" sldId="266"/>
            <ac:cxnSpMk id="8" creationId="{B3FB61F3-040D-2EBD-AF2B-E215A0AA1ACC}"/>
          </ac:cxnSpMkLst>
        </pc:cxnChg>
        <pc:cxnChg chg="mod">
          <ac:chgData name="Justine G. Ramos" userId="23bf2b7b-55e2-4a02-8844-93e3bf8f6d02" providerId="ADAL" clId="{C623EF83-F154-4607-932D-A7EE302A7749}" dt="2025-08-18T03:08:05.452" v="1034" actId="1076"/>
          <ac:cxnSpMkLst>
            <pc:docMk/>
            <pc:sldMk cId="2469148199" sldId="266"/>
            <ac:cxnSpMk id="13" creationId="{10B71A3C-8062-C03C-52E8-642FDE4901FA}"/>
          </ac:cxnSpMkLst>
        </pc:cxnChg>
        <pc:cxnChg chg="mod">
          <ac:chgData name="Justine G. Ramos" userId="23bf2b7b-55e2-4a02-8844-93e3bf8f6d02" providerId="ADAL" clId="{C623EF83-F154-4607-932D-A7EE302A7749}" dt="2025-08-18T03:08:05.452" v="1034" actId="1076"/>
          <ac:cxnSpMkLst>
            <pc:docMk/>
            <pc:sldMk cId="2469148199" sldId="266"/>
            <ac:cxnSpMk id="16" creationId="{002421FD-86A5-48C7-16CB-ADFAD410D9C8}"/>
          </ac:cxnSpMkLst>
        </pc:cxnChg>
        <pc:cxnChg chg="mod">
          <ac:chgData name="Justine G. Ramos" userId="23bf2b7b-55e2-4a02-8844-93e3bf8f6d02" providerId="ADAL" clId="{C623EF83-F154-4607-932D-A7EE302A7749}" dt="2025-08-18T03:08:05.452" v="1034" actId="1076"/>
          <ac:cxnSpMkLst>
            <pc:docMk/>
            <pc:sldMk cId="2469148199" sldId="266"/>
            <ac:cxnSpMk id="17" creationId="{B7BAE8CA-2EB5-18AE-B5D7-B483259CEF32}"/>
          </ac:cxnSpMkLst>
        </pc:cxnChg>
        <pc:cxnChg chg="add del">
          <ac:chgData name="Justine G. Ramos" userId="23bf2b7b-55e2-4a02-8844-93e3bf8f6d02" providerId="ADAL" clId="{C623EF83-F154-4607-932D-A7EE302A7749}" dt="2025-08-18T03:01:12.932" v="874" actId="478"/>
          <ac:cxnSpMkLst>
            <pc:docMk/>
            <pc:sldMk cId="2469148199" sldId="266"/>
            <ac:cxnSpMk id="20" creationId="{8A074890-2346-69A6-E048-379E3DE32336}"/>
          </ac:cxnSpMkLst>
        </pc:cxnChg>
        <pc:cxnChg chg="add mod topLvl">
          <ac:chgData name="Justine G. Ramos" userId="23bf2b7b-55e2-4a02-8844-93e3bf8f6d02" providerId="ADAL" clId="{C623EF83-F154-4607-932D-A7EE302A7749}" dt="2025-08-18T03:05:44.023" v="1024" actId="164"/>
          <ac:cxnSpMkLst>
            <pc:docMk/>
            <pc:sldMk cId="2469148199" sldId="266"/>
            <ac:cxnSpMk id="25" creationId="{5717C7D9-0A3F-7FA9-7509-BD859B1EED0E}"/>
          </ac:cxnSpMkLst>
        </pc:cxnChg>
        <pc:cxnChg chg="add del mod topLvl">
          <ac:chgData name="Justine G. Ramos" userId="23bf2b7b-55e2-4a02-8844-93e3bf8f6d02" providerId="ADAL" clId="{C623EF83-F154-4607-932D-A7EE302A7749}" dt="2025-08-18T03:05:44.023" v="1024" actId="164"/>
          <ac:cxnSpMkLst>
            <pc:docMk/>
            <pc:sldMk cId="2469148199" sldId="266"/>
            <ac:cxnSpMk id="26" creationId="{4E104ABB-F287-12BA-8C6F-FBD86541BFEB}"/>
          </ac:cxnSpMkLst>
        </pc:cxnChg>
        <pc:cxnChg chg="mod">
          <ac:chgData name="Justine G. Ramos" userId="23bf2b7b-55e2-4a02-8844-93e3bf8f6d02" providerId="ADAL" clId="{C623EF83-F154-4607-932D-A7EE302A7749}" dt="2025-08-18T03:08:05.452" v="1034" actId="1076"/>
          <ac:cxnSpMkLst>
            <pc:docMk/>
            <pc:sldMk cId="2469148199" sldId="266"/>
            <ac:cxnSpMk id="34" creationId="{A952A051-2FF1-DA8C-623E-54F3EF1E374F}"/>
          </ac:cxnSpMkLst>
        </pc:cxnChg>
        <pc:cxnChg chg="mod">
          <ac:chgData name="Justine G. Ramos" userId="23bf2b7b-55e2-4a02-8844-93e3bf8f6d02" providerId="ADAL" clId="{C623EF83-F154-4607-932D-A7EE302A7749}" dt="2025-08-18T03:08:05.452" v="1034" actId="1076"/>
          <ac:cxnSpMkLst>
            <pc:docMk/>
            <pc:sldMk cId="2469148199" sldId="266"/>
            <ac:cxnSpMk id="36" creationId="{AC6160AE-BBF9-FB34-7922-CED7871EE106}"/>
          </ac:cxnSpMkLst>
        </pc:cxnChg>
        <pc:cxnChg chg="mod">
          <ac:chgData name="Justine G. Ramos" userId="23bf2b7b-55e2-4a02-8844-93e3bf8f6d02" providerId="ADAL" clId="{C623EF83-F154-4607-932D-A7EE302A7749}" dt="2025-08-18T03:08:05.452" v="1034" actId="1076"/>
          <ac:cxnSpMkLst>
            <pc:docMk/>
            <pc:sldMk cId="2469148199" sldId="266"/>
            <ac:cxnSpMk id="38" creationId="{66633DCC-FE0D-3535-A35B-614EFE440EBA}"/>
          </ac:cxnSpMkLst>
        </pc:cxnChg>
        <pc:cxnChg chg="mod">
          <ac:chgData name="Justine G. Ramos" userId="23bf2b7b-55e2-4a02-8844-93e3bf8f6d02" providerId="ADAL" clId="{C623EF83-F154-4607-932D-A7EE302A7749}" dt="2025-08-18T03:08:05.452" v="1034" actId="1076"/>
          <ac:cxnSpMkLst>
            <pc:docMk/>
            <pc:sldMk cId="2469148199" sldId="266"/>
            <ac:cxnSpMk id="39" creationId="{060AE0B7-9398-8928-1EF9-A3CBACE15EE2}"/>
          </ac:cxnSpMkLst>
        </pc:cxnChg>
        <pc:cxnChg chg="mod">
          <ac:chgData name="Justine G. Ramos" userId="23bf2b7b-55e2-4a02-8844-93e3bf8f6d02" providerId="ADAL" clId="{C623EF83-F154-4607-932D-A7EE302A7749}" dt="2025-08-18T03:08:05.452" v="1034" actId="1076"/>
          <ac:cxnSpMkLst>
            <pc:docMk/>
            <pc:sldMk cId="2469148199" sldId="266"/>
            <ac:cxnSpMk id="43" creationId="{2E4FA60D-8A3B-98A7-4764-535484F6C253}"/>
          </ac:cxnSpMkLst>
        </pc:cxnChg>
        <pc:cxnChg chg="mod">
          <ac:chgData name="Justine G. Ramos" userId="23bf2b7b-55e2-4a02-8844-93e3bf8f6d02" providerId="ADAL" clId="{C623EF83-F154-4607-932D-A7EE302A7749}" dt="2025-08-18T03:08:05.452" v="1034" actId="1076"/>
          <ac:cxnSpMkLst>
            <pc:docMk/>
            <pc:sldMk cId="2469148199" sldId="266"/>
            <ac:cxnSpMk id="44" creationId="{211EF983-5B2B-11C6-1ABE-C4C8EEA62F08}"/>
          </ac:cxnSpMkLst>
        </pc:cxnChg>
        <pc:cxnChg chg="add mod">
          <ac:chgData name="Justine G. Ramos" userId="23bf2b7b-55e2-4a02-8844-93e3bf8f6d02" providerId="ADAL" clId="{C623EF83-F154-4607-932D-A7EE302A7749}" dt="2025-08-18T03:16:38.882" v="1340" actId="164"/>
          <ac:cxnSpMkLst>
            <pc:docMk/>
            <pc:sldMk cId="2469148199" sldId="266"/>
            <ac:cxnSpMk id="45" creationId="{56796819-CA5B-1B80-0F22-72C0910935D6}"/>
          </ac:cxnSpMkLst>
        </pc:cxnChg>
        <pc:cxnChg chg="add mod">
          <ac:chgData name="Justine G. Ramos" userId="23bf2b7b-55e2-4a02-8844-93e3bf8f6d02" providerId="ADAL" clId="{C623EF83-F154-4607-932D-A7EE302A7749}" dt="2025-08-18T03:16:38.882" v="1340" actId="164"/>
          <ac:cxnSpMkLst>
            <pc:docMk/>
            <pc:sldMk cId="2469148199" sldId="266"/>
            <ac:cxnSpMk id="48" creationId="{0758731A-B1E3-E037-E0B2-51031E8BAD4D}"/>
          </ac:cxnSpMkLst>
        </pc:cxnChg>
        <pc:cxnChg chg="add mod">
          <ac:chgData name="Justine G. Ramos" userId="23bf2b7b-55e2-4a02-8844-93e3bf8f6d02" providerId="ADAL" clId="{C623EF83-F154-4607-932D-A7EE302A7749}" dt="2025-08-18T03:16:38.882" v="1340" actId="164"/>
          <ac:cxnSpMkLst>
            <pc:docMk/>
            <pc:sldMk cId="2469148199" sldId="266"/>
            <ac:cxnSpMk id="51" creationId="{CAE2029E-FE4F-0624-95E7-493333FE3F97}"/>
          </ac:cxnSpMkLst>
        </pc:cxnChg>
        <pc:cxnChg chg="add mod">
          <ac:chgData name="Justine G. Ramos" userId="23bf2b7b-55e2-4a02-8844-93e3bf8f6d02" providerId="ADAL" clId="{C623EF83-F154-4607-932D-A7EE302A7749}" dt="2025-08-18T03:16:38.882" v="1340" actId="164"/>
          <ac:cxnSpMkLst>
            <pc:docMk/>
            <pc:sldMk cId="2469148199" sldId="266"/>
            <ac:cxnSpMk id="52" creationId="{07B15E66-5F89-0182-74C5-83EDBCBA2DC8}"/>
          </ac:cxnSpMkLst>
        </pc:cxnChg>
        <pc:cxnChg chg="add mod">
          <ac:chgData name="Justine G. Ramos" userId="23bf2b7b-55e2-4a02-8844-93e3bf8f6d02" providerId="ADAL" clId="{C623EF83-F154-4607-932D-A7EE302A7749}" dt="2025-08-18T03:16:38.882" v="1340" actId="164"/>
          <ac:cxnSpMkLst>
            <pc:docMk/>
            <pc:sldMk cId="2469148199" sldId="266"/>
            <ac:cxnSpMk id="54" creationId="{83299AD5-FEB0-DEF4-2493-3D519EA2A16E}"/>
          </ac:cxnSpMkLst>
        </pc:cxnChg>
        <pc:cxnChg chg="add del mod">
          <ac:chgData name="Justine G. Ramos" userId="23bf2b7b-55e2-4a02-8844-93e3bf8f6d02" providerId="ADAL" clId="{C623EF83-F154-4607-932D-A7EE302A7749}" dt="2025-08-18T03:14:50.612" v="1332" actId="478"/>
          <ac:cxnSpMkLst>
            <pc:docMk/>
            <pc:sldMk cId="2469148199" sldId="266"/>
            <ac:cxnSpMk id="56" creationId="{40BE2E6E-A197-7444-FC41-B6F9EEE2C377}"/>
          </ac:cxnSpMkLst>
        </pc:cxnChg>
        <pc:cxnChg chg="add mod">
          <ac:chgData name="Justine G. Ramos" userId="23bf2b7b-55e2-4a02-8844-93e3bf8f6d02" providerId="ADAL" clId="{C623EF83-F154-4607-932D-A7EE302A7749}" dt="2025-08-18T03:16:38.882" v="1340" actId="164"/>
          <ac:cxnSpMkLst>
            <pc:docMk/>
            <pc:sldMk cId="2469148199" sldId="266"/>
            <ac:cxnSpMk id="58" creationId="{9AD3AFB6-DB0F-A8A1-B38D-7510F0EB4765}"/>
          </ac:cxnSpMkLst>
        </pc:cxnChg>
      </pc:sldChg>
      <pc:sldChg chg="addSp new mod modShow">
        <pc:chgData name="Justine G. Ramos" userId="23bf2b7b-55e2-4a02-8844-93e3bf8f6d02" providerId="ADAL" clId="{C623EF83-F154-4607-932D-A7EE302A7749}" dt="2025-08-18T03:20:32.435" v="1573" actId="729"/>
        <pc:sldMkLst>
          <pc:docMk/>
          <pc:sldMk cId="2689036148" sldId="267"/>
        </pc:sldMkLst>
        <pc:picChg chg="add">
          <ac:chgData name="Justine G. Ramos" userId="23bf2b7b-55e2-4a02-8844-93e3bf8f6d02" providerId="ADAL" clId="{C623EF83-F154-4607-932D-A7EE302A7749}" dt="2025-08-18T02:52:01.027" v="819"/>
          <ac:picMkLst>
            <pc:docMk/>
            <pc:sldMk cId="2689036148" sldId="267"/>
            <ac:picMk id="2050" creationId="{A9976AC9-1E20-EFE1-9525-6CB053B16F28}"/>
          </ac:picMkLst>
        </pc:picChg>
      </pc:sldChg>
      <pc:sldChg chg="addSp delSp modSp add mod">
        <pc:chgData name="Justine G. Ramos" userId="23bf2b7b-55e2-4a02-8844-93e3bf8f6d02" providerId="ADAL" clId="{C623EF83-F154-4607-932D-A7EE302A7749}" dt="2025-08-18T03:20:10.525" v="1572" actId="1076"/>
        <pc:sldMkLst>
          <pc:docMk/>
          <pc:sldMk cId="89633627" sldId="268"/>
        </pc:sldMkLst>
        <pc:spChg chg="mod">
          <ac:chgData name="Justine G. Ramos" userId="23bf2b7b-55e2-4a02-8844-93e3bf8f6d02" providerId="ADAL" clId="{C623EF83-F154-4607-932D-A7EE302A7749}" dt="2025-08-18T03:19:02.120" v="1552" actId="165"/>
          <ac:spMkLst>
            <pc:docMk/>
            <pc:sldMk cId="89633627" sldId="268"/>
            <ac:spMk id="5" creationId="{21218770-0ECD-57F1-77C2-55825C048D67}"/>
          </ac:spMkLst>
        </pc:spChg>
        <pc:spChg chg="mod">
          <ac:chgData name="Justine G. Ramos" userId="23bf2b7b-55e2-4a02-8844-93e3bf8f6d02" providerId="ADAL" clId="{C623EF83-F154-4607-932D-A7EE302A7749}" dt="2025-08-18T03:19:02.120" v="1552" actId="165"/>
          <ac:spMkLst>
            <pc:docMk/>
            <pc:sldMk cId="89633627" sldId="268"/>
            <ac:spMk id="6" creationId="{F0E55E94-654E-E21B-8E46-DB1A168A841D}"/>
          </ac:spMkLst>
        </pc:spChg>
        <pc:spChg chg="mod">
          <ac:chgData name="Justine G. Ramos" userId="23bf2b7b-55e2-4a02-8844-93e3bf8f6d02" providerId="ADAL" clId="{C623EF83-F154-4607-932D-A7EE302A7749}" dt="2025-08-18T03:19:02.120" v="1552" actId="165"/>
          <ac:spMkLst>
            <pc:docMk/>
            <pc:sldMk cId="89633627" sldId="268"/>
            <ac:spMk id="10" creationId="{904A1AA6-22D1-250C-D6BA-A1910C9FC50D}"/>
          </ac:spMkLst>
        </pc:spChg>
        <pc:spChg chg="mod">
          <ac:chgData name="Justine G. Ramos" userId="23bf2b7b-55e2-4a02-8844-93e3bf8f6d02" providerId="ADAL" clId="{C623EF83-F154-4607-932D-A7EE302A7749}" dt="2025-08-18T03:19:02.120" v="1552" actId="165"/>
          <ac:spMkLst>
            <pc:docMk/>
            <pc:sldMk cId="89633627" sldId="268"/>
            <ac:spMk id="11" creationId="{CF2198DC-E320-E604-A145-F0B38437E4A9}"/>
          </ac:spMkLst>
        </pc:spChg>
        <pc:spChg chg="mod">
          <ac:chgData name="Justine G. Ramos" userId="23bf2b7b-55e2-4a02-8844-93e3bf8f6d02" providerId="ADAL" clId="{C623EF83-F154-4607-932D-A7EE302A7749}" dt="2025-08-18T03:19:02.120" v="1552" actId="165"/>
          <ac:spMkLst>
            <pc:docMk/>
            <pc:sldMk cId="89633627" sldId="268"/>
            <ac:spMk id="12" creationId="{07F28137-2CE1-46E8-F96B-3785FF6F2ED9}"/>
          </ac:spMkLst>
        </pc:spChg>
        <pc:spChg chg="mod">
          <ac:chgData name="Justine G. Ramos" userId="23bf2b7b-55e2-4a02-8844-93e3bf8f6d02" providerId="ADAL" clId="{C623EF83-F154-4607-932D-A7EE302A7749}" dt="2025-08-18T03:19:02.120" v="1552" actId="165"/>
          <ac:spMkLst>
            <pc:docMk/>
            <pc:sldMk cId="89633627" sldId="268"/>
            <ac:spMk id="14" creationId="{35C7434D-F373-B940-5CFE-D1E35762CD5B}"/>
          </ac:spMkLst>
        </pc:spChg>
        <pc:spChg chg="mod">
          <ac:chgData name="Justine G. Ramos" userId="23bf2b7b-55e2-4a02-8844-93e3bf8f6d02" providerId="ADAL" clId="{C623EF83-F154-4607-932D-A7EE302A7749}" dt="2025-08-18T03:19:02.120" v="1552" actId="165"/>
          <ac:spMkLst>
            <pc:docMk/>
            <pc:sldMk cId="89633627" sldId="268"/>
            <ac:spMk id="15" creationId="{2A1C3E63-B797-1A7B-C9DD-D91112E0FD68}"/>
          </ac:spMkLst>
        </pc:spChg>
        <pc:spChg chg="mod">
          <ac:chgData name="Justine G. Ramos" userId="23bf2b7b-55e2-4a02-8844-93e3bf8f6d02" providerId="ADAL" clId="{C623EF83-F154-4607-932D-A7EE302A7749}" dt="2025-08-18T03:19:02.120" v="1552" actId="165"/>
          <ac:spMkLst>
            <pc:docMk/>
            <pc:sldMk cId="89633627" sldId="268"/>
            <ac:spMk id="18" creationId="{2071B2EC-C085-B652-66BE-EA089C59AE8E}"/>
          </ac:spMkLst>
        </pc:spChg>
        <pc:spChg chg="mod">
          <ac:chgData name="Justine G. Ramos" userId="23bf2b7b-55e2-4a02-8844-93e3bf8f6d02" providerId="ADAL" clId="{C623EF83-F154-4607-932D-A7EE302A7749}" dt="2025-08-18T03:19:02.120" v="1552" actId="165"/>
          <ac:spMkLst>
            <pc:docMk/>
            <pc:sldMk cId="89633627" sldId="268"/>
            <ac:spMk id="19" creationId="{4DE5C77D-DA05-D631-B1F7-00C8022098FD}"/>
          </ac:spMkLst>
        </pc:spChg>
        <pc:spChg chg="mod">
          <ac:chgData name="Justine G. Ramos" userId="23bf2b7b-55e2-4a02-8844-93e3bf8f6d02" providerId="ADAL" clId="{C623EF83-F154-4607-932D-A7EE302A7749}" dt="2025-08-18T03:19:02.120" v="1552" actId="165"/>
          <ac:spMkLst>
            <pc:docMk/>
            <pc:sldMk cId="89633627" sldId="268"/>
            <ac:spMk id="21" creationId="{679D9913-839B-BE3D-34CC-07C5CB07226D}"/>
          </ac:spMkLst>
        </pc:spChg>
        <pc:spChg chg="mod topLvl">
          <ac:chgData name="Justine G. Ramos" userId="23bf2b7b-55e2-4a02-8844-93e3bf8f6d02" providerId="ADAL" clId="{C623EF83-F154-4607-932D-A7EE302A7749}" dt="2025-08-18T03:19:58.683" v="1569" actId="164"/>
          <ac:spMkLst>
            <pc:docMk/>
            <pc:sldMk cId="89633627" sldId="268"/>
            <ac:spMk id="23" creationId="{11EB01CF-1B65-5F45-1942-0B04331962A7}"/>
          </ac:spMkLst>
        </pc:spChg>
        <pc:spChg chg="mod">
          <ac:chgData name="Justine G. Ramos" userId="23bf2b7b-55e2-4a02-8844-93e3bf8f6d02" providerId="ADAL" clId="{C623EF83-F154-4607-932D-A7EE302A7749}" dt="2025-08-18T03:19:02.120" v="1552" actId="165"/>
          <ac:spMkLst>
            <pc:docMk/>
            <pc:sldMk cId="89633627" sldId="268"/>
            <ac:spMk id="24" creationId="{76CBEF30-BA47-F01B-0A4C-E08ED1CD04C4}"/>
          </ac:spMkLst>
        </pc:spChg>
        <pc:spChg chg="mod topLvl">
          <ac:chgData name="Justine G. Ramos" userId="23bf2b7b-55e2-4a02-8844-93e3bf8f6d02" providerId="ADAL" clId="{C623EF83-F154-4607-932D-A7EE302A7749}" dt="2025-08-18T03:19:58.683" v="1569" actId="164"/>
          <ac:spMkLst>
            <pc:docMk/>
            <pc:sldMk cId="89633627" sldId="268"/>
            <ac:spMk id="27" creationId="{9FA75FA7-3C8E-20B3-6A37-48FA918E9E07}"/>
          </ac:spMkLst>
        </pc:spChg>
        <pc:spChg chg="mod topLvl">
          <ac:chgData name="Justine G. Ramos" userId="23bf2b7b-55e2-4a02-8844-93e3bf8f6d02" providerId="ADAL" clId="{C623EF83-F154-4607-932D-A7EE302A7749}" dt="2025-08-18T03:19:58.683" v="1569" actId="164"/>
          <ac:spMkLst>
            <pc:docMk/>
            <pc:sldMk cId="89633627" sldId="268"/>
            <ac:spMk id="28" creationId="{EC9B5B23-4038-195E-165D-625F0DBE9B2F}"/>
          </ac:spMkLst>
        </pc:spChg>
        <pc:spChg chg="mod">
          <ac:chgData name="Justine G. Ramos" userId="23bf2b7b-55e2-4a02-8844-93e3bf8f6d02" providerId="ADAL" clId="{C623EF83-F154-4607-932D-A7EE302A7749}" dt="2025-08-18T03:19:02.120" v="1552" actId="165"/>
          <ac:spMkLst>
            <pc:docMk/>
            <pc:sldMk cId="89633627" sldId="268"/>
            <ac:spMk id="29" creationId="{E72D1CDF-35AF-21F6-09D2-E65BC177CE27}"/>
          </ac:spMkLst>
        </pc:spChg>
        <pc:spChg chg="mod topLvl">
          <ac:chgData name="Justine G. Ramos" userId="23bf2b7b-55e2-4a02-8844-93e3bf8f6d02" providerId="ADAL" clId="{C623EF83-F154-4607-932D-A7EE302A7749}" dt="2025-08-18T03:19:58.683" v="1569" actId="164"/>
          <ac:spMkLst>
            <pc:docMk/>
            <pc:sldMk cId="89633627" sldId="268"/>
            <ac:spMk id="32" creationId="{619D30AA-8C5F-6B0D-66F6-5366116BA516}"/>
          </ac:spMkLst>
        </pc:spChg>
        <pc:spChg chg="mod topLvl">
          <ac:chgData name="Justine G. Ramos" userId="23bf2b7b-55e2-4a02-8844-93e3bf8f6d02" providerId="ADAL" clId="{C623EF83-F154-4607-932D-A7EE302A7749}" dt="2025-08-18T03:19:58.683" v="1569" actId="164"/>
          <ac:spMkLst>
            <pc:docMk/>
            <pc:sldMk cId="89633627" sldId="268"/>
            <ac:spMk id="33" creationId="{8CA3D061-711E-6FD2-2406-CC80D6954317}"/>
          </ac:spMkLst>
        </pc:spChg>
        <pc:spChg chg="mod topLvl">
          <ac:chgData name="Justine G. Ramos" userId="23bf2b7b-55e2-4a02-8844-93e3bf8f6d02" providerId="ADAL" clId="{C623EF83-F154-4607-932D-A7EE302A7749}" dt="2025-08-18T03:19:58.683" v="1569" actId="164"/>
          <ac:spMkLst>
            <pc:docMk/>
            <pc:sldMk cId="89633627" sldId="268"/>
            <ac:spMk id="34" creationId="{A0773F35-19FD-6A57-BE93-4924C4DCAD7C}"/>
          </ac:spMkLst>
        </pc:spChg>
        <pc:spChg chg="mod topLvl">
          <ac:chgData name="Justine G. Ramos" userId="23bf2b7b-55e2-4a02-8844-93e3bf8f6d02" providerId="ADAL" clId="{C623EF83-F154-4607-932D-A7EE302A7749}" dt="2025-08-18T03:19:58.683" v="1569" actId="164"/>
          <ac:spMkLst>
            <pc:docMk/>
            <pc:sldMk cId="89633627" sldId="268"/>
            <ac:spMk id="36" creationId="{1D4D44CF-1A64-8A87-E90B-BD60A9129517}"/>
          </ac:spMkLst>
        </pc:spChg>
        <pc:spChg chg="mod topLvl">
          <ac:chgData name="Justine G. Ramos" userId="23bf2b7b-55e2-4a02-8844-93e3bf8f6d02" providerId="ADAL" clId="{C623EF83-F154-4607-932D-A7EE302A7749}" dt="2025-08-18T03:19:58.683" v="1569" actId="164"/>
          <ac:spMkLst>
            <pc:docMk/>
            <pc:sldMk cId="89633627" sldId="268"/>
            <ac:spMk id="37" creationId="{EFC37EF2-2A3F-CEE9-C810-E6FD1CB82056}"/>
          </ac:spMkLst>
        </pc:spChg>
        <pc:spChg chg="mod topLvl">
          <ac:chgData name="Justine G. Ramos" userId="23bf2b7b-55e2-4a02-8844-93e3bf8f6d02" providerId="ADAL" clId="{C623EF83-F154-4607-932D-A7EE302A7749}" dt="2025-08-18T03:19:58.683" v="1569" actId="164"/>
          <ac:spMkLst>
            <pc:docMk/>
            <pc:sldMk cId="89633627" sldId="268"/>
            <ac:spMk id="40" creationId="{5FF7DDBB-A8AA-27E3-741C-75CDB386A9DE}"/>
          </ac:spMkLst>
        </pc:spChg>
        <pc:spChg chg="mod topLvl">
          <ac:chgData name="Justine G. Ramos" userId="23bf2b7b-55e2-4a02-8844-93e3bf8f6d02" providerId="ADAL" clId="{C623EF83-F154-4607-932D-A7EE302A7749}" dt="2025-08-18T03:19:58.683" v="1569" actId="164"/>
          <ac:spMkLst>
            <pc:docMk/>
            <pc:sldMk cId="89633627" sldId="268"/>
            <ac:spMk id="42" creationId="{D028E765-1C4E-EE91-BC8F-6B3F143A59B3}"/>
          </ac:spMkLst>
        </pc:spChg>
        <pc:spChg chg="mod topLvl">
          <ac:chgData name="Justine G. Ramos" userId="23bf2b7b-55e2-4a02-8844-93e3bf8f6d02" providerId="ADAL" clId="{C623EF83-F154-4607-932D-A7EE302A7749}" dt="2025-08-18T03:19:58.683" v="1569" actId="164"/>
          <ac:spMkLst>
            <pc:docMk/>
            <pc:sldMk cId="89633627" sldId="268"/>
            <ac:spMk id="45" creationId="{9040E55A-3DE9-09AF-3CA0-1015592B0CB1}"/>
          </ac:spMkLst>
        </pc:spChg>
        <pc:spChg chg="del mod topLvl">
          <ac:chgData name="Justine G. Ramos" userId="23bf2b7b-55e2-4a02-8844-93e3bf8f6d02" providerId="ADAL" clId="{C623EF83-F154-4607-932D-A7EE302A7749}" dt="2025-08-18T03:19:15.245" v="1554" actId="478"/>
          <ac:spMkLst>
            <pc:docMk/>
            <pc:sldMk cId="89633627" sldId="268"/>
            <ac:spMk id="48" creationId="{A8AC8ED7-8A30-1EE0-4862-A2F5E6CB3B21}"/>
          </ac:spMkLst>
        </pc:spChg>
        <pc:spChg chg="del mod topLvl">
          <ac:chgData name="Justine G. Ramos" userId="23bf2b7b-55e2-4a02-8844-93e3bf8f6d02" providerId="ADAL" clId="{C623EF83-F154-4607-932D-A7EE302A7749}" dt="2025-08-18T03:19:16.699" v="1556" actId="478"/>
          <ac:spMkLst>
            <pc:docMk/>
            <pc:sldMk cId="89633627" sldId="268"/>
            <ac:spMk id="50" creationId="{C79C1DEC-F479-97F2-6530-661681675499}"/>
          </ac:spMkLst>
        </pc:spChg>
        <pc:spChg chg="mod topLvl">
          <ac:chgData name="Justine G. Ramos" userId="23bf2b7b-55e2-4a02-8844-93e3bf8f6d02" providerId="ADAL" clId="{C623EF83-F154-4607-932D-A7EE302A7749}" dt="2025-08-18T03:19:58.683" v="1569" actId="164"/>
          <ac:spMkLst>
            <pc:docMk/>
            <pc:sldMk cId="89633627" sldId="268"/>
            <ac:spMk id="53" creationId="{916909D7-60E4-5C48-0EBA-31F3132280CE}"/>
          </ac:spMkLst>
        </pc:spChg>
        <pc:spChg chg="mod">
          <ac:chgData name="Justine G. Ramos" userId="23bf2b7b-55e2-4a02-8844-93e3bf8f6d02" providerId="ADAL" clId="{C623EF83-F154-4607-932D-A7EE302A7749}" dt="2025-08-18T03:19:13.216" v="1553" actId="165"/>
          <ac:spMkLst>
            <pc:docMk/>
            <pc:sldMk cId="89633627" sldId="268"/>
            <ac:spMk id="54" creationId="{CCCA19EA-ABA4-2AEF-1585-A1128114A410}"/>
          </ac:spMkLst>
        </pc:spChg>
        <pc:spChg chg="mod">
          <ac:chgData name="Justine G. Ramos" userId="23bf2b7b-55e2-4a02-8844-93e3bf8f6d02" providerId="ADAL" clId="{C623EF83-F154-4607-932D-A7EE302A7749}" dt="2025-08-18T03:19:13.216" v="1553" actId="165"/>
          <ac:spMkLst>
            <pc:docMk/>
            <pc:sldMk cId="89633627" sldId="268"/>
            <ac:spMk id="55" creationId="{86764033-1ACD-2ECE-1BB0-7C7D0ADB3BE2}"/>
          </ac:spMkLst>
        </pc:spChg>
        <pc:spChg chg="mod">
          <ac:chgData name="Justine G. Ramos" userId="23bf2b7b-55e2-4a02-8844-93e3bf8f6d02" providerId="ADAL" clId="{C623EF83-F154-4607-932D-A7EE302A7749}" dt="2025-08-18T03:19:13.216" v="1553" actId="165"/>
          <ac:spMkLst>
            <pc:docMk/>
            <pc:sldMk cId="89633627" sldId="268"/>
            <ac:spMk id="56" creationId="{D138947C-0D16-A47A-C8CE-8668D8252A00}"/>
          </ac:spMkLst>
        </pc:spChg>
        <pc:spChg chg="mod">
          <ac:chgData name="Justine G. Ramos" userId="23bf2b7b-55e2-4a02-8844-93e3bf8f6d02" providerId="ADAL" clId="{C623EF83-F154-4607-932D-A7EE302A7749}" dt="2025-08-18T03:19:13.216" v="1553" actId="165"/>
          <ac:spMkLst>
            <pc:docMk/>
            <pc:sldMk cId="89633627" sldId="268"/>
            <ac:spMk id="57" creationId="{AC464DAA-2C85-68FC-3509-60DEF9F82D3E}"/>
          </ac:spMkLst>
        </pc:spChg>
        <pc:spChg chg="mod">
          <ac:chgData name="Justine G. Ramos" userId="23bf2b7b-55e2-4a02-8844-93e3bf8f6d02" providerId="ADAL" clId="{C623EF83-F154-4607-932D-A7EE302A7749}" dt="2025-08-18T03:19:02.120" v="1552" actId="165"/>
          <ac:spMkLst>
            <pc:docMk/>
            <pc:sldMk cId="89633627" sldId="268"/>
            <ac:spMk id="59" creationId="{7E0CB166-1128-C73A-9B29-0BE94323855A}"/>
          </ac:spMkLst>
        </pc:spChg>
        <pc:spChg chg="mod">
          <ac:chgData name="Justine G. Ramos" userId="23bf2b7b-55e2-4a02-8844-93e3bf8f6d02" providerId="ADAL" clId="{C623EF83-F154-4607-932D-A7EE302A7749}" dt="2025-08-18T03:19:02.120" v="1552" actId="165"/>
          <ac:spMkLst>
            <pc:docMk/>
            <pc:sldMk cId="89633627" sldId="268"/>
            <ac:spMk id="60" creationId="{088FDD41-F19F-8DD7-6E69-045BCA90067E}"/>
          </ac:spMkLst>
        </pc:spChg>
        <pc:spChg chg="mod">
          <ac:chgData name="Justine G. Ramos" userId="23bf2b7b-55e2-4a02-8844-93e3bf8f6d02" providerId="ADAL" clId="{C623EF83-F154-4607-932D-A7EE302A7749}" dt="2025-08-18T03:19:02.120" v="1552" actId="165"/>
          <ac:spMkLst>
            <pc:docMk/>
            <pc:sldMk cId="89633627" sldId="268"/>
            <ac:spMk id="64" creationId="{7240FBCD-5AED-A94C-2727-26E1D2D33014}"/>
          </ac:spMkLst>
        </pc:spChg>
        <pc:spChg chg="mod">
          <ac:chgData name="Justine G. Ramos" userId="23bf2b7b-55e2-4a02-8844-93e3bf8f6d02" providerId="ADAL" clId="{C623EF83-F154-4607-932D-A7EE302A7749}" dt="2025-08-18T03:19:02.120" v="1552" actId="165"/>
          <ac:spMkLst>
            <pc:docMk/>
            <pc:sldMk cId="89633627" sldId="268"/>
            <ac:spMk id="67" creationId="{48EB9577-3C0F-E568-AADA-279B01852308}"/>
          </ac:spMkLst>
        </pc:spChg>
        <pc:spChg chg="mod">
          <ac:chgData name="Justine G. Ramos" userId="23bf2b7b-55e2-4a02-8844-93e3bf8f6d02" providerId="ADAL" clId="{C623EF83-F154-4607-932D-A7EE302A7749}" dt="2025-08-18T03:19:02.120" v="1552" actId="165"/>
          <ac:spMkLst>
            <pc:docMk/>
            <pc:sldMk cId="89633627" sldId="268"/>
            <ac:spMk id="69" creationId="{DF96DD3B-2D4D-184E-F94A-DB1DC7A7EA55}"/>
          </ac:spMkLst>
        </pc:spChg>
        <pc:spChg chg="mod">
          <ac:chgData name="Justine G. Ramos" userId="23bf2b7b-55e2-4a02-8844-93e3bf8f6d02" providerId="ADAL" clId="{C623EF83-F154-4607-932D-A7EE302A7749}" dt="2025-08-18T03:19:02.120" v="1552" actId="165"/>
          <ac:spMkLst>
            <pc:docMk/>
            <pc:sldMk cId="89633627" sldId="268"/>
            <ac:spMk id="70" creationId="{8C632B88-41E6-F2B3-E53C-BEE8D40B3D5A}"/>
          </ac:spMkLst>
        </pc:spChg>
        <pc:spChg chg="mod">
          <ac:chgData name="Justine G. Ramos" userId="23bf2b7b-55e2-4a02-8844-93e3bf8f6d02" providerId="ADAL" clId="{C623EF83-F154-4607-932D-A7EE302A7749}" dt="2025-08-18T03:19:48.144" v="1567" actId="207"/>
          <ac:spMkLst>
            <pc:docMk/>
            <pc:sldMk cId="89633627" sldId="268"/>
            <ac:spMk id="74" creationId="{6F0EB213-A3B4-4DE0-C649-7E8827274F25}"/>
          </ac:spMkLst>
        </pc:spChg>
        <pc:spChg chg="mod">
          <ac:chgData name="Justine G. Ramos" userId="23bf2b7b-55e2-4a02-8844-93e3bf8f6d02" providerId="ADAL" clId="{C623EF83-F154-4607-932D-A7EE302A7749}" dt="2025-08-18T03:19:02.120" v="1552" actId="165"/>
          <ac:spMkLst>
            <pc:docMk/>
            <pc:sldMk cId="89633627" sldId="268"/>
            <ac:spMk id="76" creationId="{EAB40194-16E8-EA80-FE88-A34FA6906C41}"/>
          </ac:spMkLst>
        </pc:spChg>
        <pc:spChg chg="mod">
          <ac:chgData name="Justine G. Ramos" userId="23bf2b7b-55e2-4a02-8844-93e3bf8f6d02" providerId="ADAL" clId="{C623EF83-F154-4607-932D-A7EE302A7749}" dt="2025-08-18T03:19:02.120" v="1552" actId="165"/>
          <ac:spMkLst>
            <pc:docMk/>
            <pc:sldMk cId="89633627" sldId="268"/>
            <ac:spMk id="77" creationId="{0A499039-0E5C-2E4A-D11E-F2E209B8FAAD}"/>
          </ac:spMkLst>
        </pc:spChg>
        <pc:spChg chg="mod">
          <ac:chgData name="Justine G. Ramos" userId="23bf2b7b-55e2-4a02-8844-93e3bf8f6d02" providerId="ADAL" clId="{C623EF83-F154-4607-932D-A7EE302A7749}" dt="2025-08-18T03:19:02.120" v="1552" actId="165"/>
          <ac:spMkLst>
            <pc:docMk/>
            <pc:sldMk cId="89633627" sldId="268"/>
            <ac:spMk id="78" creationId="{E8AEF3ED-508D-FCF1-8775-1B2FB8DCABA3}"/>
          </ac:spMkLst>
        </pc:spChg>
        <pc:spChg chg="mod">
          <ac:chgData name="Justine G. Ramos" userId="23bf2b7b-55e2-4a02-8844-93e3bf8f6d02" providerId="ADAL" clId="{C623EF83-F154-4607-932D-A7EE302A7749}" dt="2025-08-18T03:19:02.120" v="1552" actId="165"/>
          <ac:spMkLst>
            <pc:docMk/>
            <pc:sldMk cId="89633627" sldId="268"/>
            <ac:spMk id="79" creationId="{D0B0D9E5-CD81-9317-31D4-95B3C97763CA}"/>
          </ac:spMkLst>
        </pc:spChg>
        <pc:grpChg chg="add mod topLvl">
          <ac:chgData name="Justine G. Ramos" userId="23bf2b7b-55e2-4a02-8844-93e3bf8f6d02" providerId="ADAL" clId="{C623EF83-F154-4607-932D-A7EE302A7749}" dt="2025-08-18T03:20:06.386" v="1571" actId="164"/>
          <ac:grpSpMkLst>
            <pc:docMk/>
            <pc:sldMk cId="89633627" sldId="268"/>
            <ac:grpSpMk id="2" creationId="{F4A2F456-CE41-21BB-F3C9-F96BE0AA7F27}"/>
          </ac:grpSpMkLst>
        </pc:grpChg>
        <pc:grpChg chg="add del mod topLvl">
          <ac:chgData name="Justine G. Ramos" userId="23bf2b7b-55e2-4a02-8844-93e3bf8f6d02" providerId="ADAL" clId="{C623EF83-F154-4607-932D-A7EE302A7749}" dt="2025-08-18T03:19:13.216" v="1553" actId="165"/>
          <ac:grpSpMkLst>
            <pc:docMk/>
            <pc:sldMk cId="89633627" sldId="268"/>
            <ac:grpSpMk id="3" creationId="{C903A3B0-996F-672C-E713-9A2E9034D18D}"/>
          </ac:grpSpMkLst>
        </pc:grpChg>
        <pc:grpChg chg="mod">
          <ac:chgData name="Justine G. Ramos" userId="23bf2b7b-55e2-4a02-8844-93e3bf8f6d02" providerId="ADAL" clId="{C623EF83-F154-4607-932D-A7EE302A7749}" dt="2025-08-18T03:19:02.120" v="1552" actId="165"/>
          <ac:grpSpMkLst>
            <pc:docMk/>
            <pc:sldMk cId="89633627" sldId="268"/>
            <ac:grpSpMk id="9" creationId="{7405BC4A-3812-F44C-1BD1-47C4EF83E97A}"/>
          </ac:grpSpMkLst>
        </pc:grpChg>
        <pc:grpChg chg="mod topLvl">
          <ac:chgData name="Justine G. Ramos" userId="23bf2b7b-55e2-4a02-8844-93e3bf8f6d02" providerId="ADAL" clId="{C623EF83-F154-4607-932D-A7EE302A7749}" dt="2025-08-18T03:19:58.683" v="1569" actId="164"/>
          <ac:grpSpMkLst>
            <pc:docMk/>
            <pc:sldMk cId="89633627" sldId="268"/>
            <ac:grpSpMk id="22" creationId="{96293F6F-1E63-D594-D9EA-04D19A597851}"/>
          </ac:grpSpMkLst>
        </pc:grpChg>
        <pc:grpChg chg="mod topLvl">
          <ac:chgData name="Justine G. Ramos" userId="23bf2b7b-55e2-4a02-8844-93e3bf8f6d02" providerId="ADAL" clId="{C623EF83-F154-4607-932D-A7EE302A7749}" dt="2025-08-18T03:19:58.683" v="1569" actId="164"/>
          <ac:grpSpMkLst>
            <pc:docMk/>
            <pc:sldMk cId="89633627" sldId="268"/>
            <ac:grpSpMk id="38" creationId="{02266316-9329-3BE8-6944-370BA03A0596}"/>
          </ac:grpSpMkLst>
        </pc:grpChg>
        <pc:grpChg chg="add mod topLvl">
          <ac:chgData name="Justine G. Ramos" userId="23bf2b7b-55e2-4a02-8844-93e3bf8f6d02" providerId="ADAL" clId="{C623EF83-F154-4607-932D-A7EE302A7749}" dt="2025-08-18T03:20:06.386" v="1571" actId="164"/>
          <ac:grpSpMkLst>
            <pc:docMk/>
            <pc:sldMk cId="89633627" sldId="268"/>
            <ac:grpSpMk id="58" creationId="{B8DEDBC8-7699-8F27-AD64-F0EBC142CF9E}"/>
          </ac:grpSpMkLst>
        </pc:grpChg>
        <pc:grpChg chg="mod">
          <ac:chgData name="Justine G. Ramos" userId="23bf2b7b-55e2-4a02-8844-93e3bf8f6d02" providerId="ADAL" clId="{C623EF83-F154-4607-932D-A7EE302A7749}" dt="2025-08-18T03:19:02.120" v="1552" actId="165"/>
          <ac:grpSpMkLst>
            <pc:docMk/>
            <pc:sldMk cId="89633627" sldId="268"/>
            <ac:grpSpMk id="63" creationId="{2918A46E-29A8-D754-DBB9-9ACCEDEF33D8}"/>
          </ac:grpSpMkLst>
        </pc:grpChg>
        <pc:grpChg chg="mod">
          <ac:chgData name="Justine G. Ramos" userId="23bf2b7b-55e2-4a02-8844-93e3bf8f6d02" providerId="ADAL" clId="{C623EF83-F154-4607-932D-A7EE302A7749}" dt="2025-08-18T03:19:02.120" v="1552" actId="165"/>
          <ac:grpSpMkLst>
            <pc:docMk/>
            <pc:sldMk cId="89633627" sldId="268"/>
            <ac:grpSpMk id="65" creationId="{24918B57-FC0C-A03E-7A42-50E0E43567DC}"/>
          </ac:grpSpMkLst>
        </pc:grpChg>
        <pc:grpChg chg="add del mod">
          <ac:chgData name="Justine G. Ramos" userId="23bf2b7b-55e2-4a02-8844-93e3bf8f6d02" providerId="ADAL" clId="{C623EF83-F154-4607-932D-A7EE302A7749}" dt="2025-08-18T03:19:02.120" v="1552" actId="165"/>
          <ac:grpSpMkLst>
            <pc:docMk/>
            <pc:sldMk cId="89633627" sldId="268"/>
            <ac:grpSpMk id="82" creationId="{829489B1-9026-AE20-5C5D-A22601474179}"/>
          </ac:grpSpMkLst>
        </pc:grpChg>
        <pc:grpChg chg="add mod">
          <ac:chgData name="Justine G. Ramos" userId="23bf2b7b-55e2-4a02-8844-93e3bf8f6d02" providerId="ADAL" clId="{C623EF83-F154-4607-932D-A7EE302A7749}" dt="2025-08-18T03:20:06.386" v="1571" actId="164"/>
          <ac:grpSpMkLst>
            <pc:docMk/>
            <pc:sldMk cId="89633627" sldId="268"/>
            <ac:grpSpMk id="83" creationId="{1C2C06E3-A653-E9BE-F830-AA364E20682A}"/>
          </ac:grpSpMkLst>
        </pc:grpChg>
        <pc:grpChg chg="add mod">
          <ac:chgData name="Justine G. Ramos" userId="23bf2b7b-55e2-4a02-8844-93e3bf8f6d02" providerId="ADAL" clId="{C623EF83-F154-4607-932D-A7EE302A7749}" dt="2025-08-18T03:20:10.525" v="1572" actId="1076"/>
          <ac:grpSpMkLst>
            <pc:docMk/>
            <pc:sldMk cId="89633627" sldId="268"/>
            <ac:grpSpMk id="84" creationId="{367951E4-802C-499B-CF44-92072A5DD1B1}"/>
          </ac:grpSpMkLst>
        </pc:grpChg>
        <pc:cxnChg chg="mod topLvl">
          <ac:chgData name="Justine G. Ramos" userId="23bf2b7b-55e2-4a02-8844-93e3bf8f6d02" providerId="ADAL" clId="{C623EF83-F154-4607-932D-A7EE302A7749}" dt="2025-08-18T03:19:58.683" v="1569" actId="164"/>
          <ac:cxnSpMkLst>
            <pc:docMk/>
            <pc:sldMk cId="89633627" sldId="268"/>
            <ac:cxnSpMk id="4" creationId="{D4DB4BA8-18E3-9F5F-303F-33CDDEE56DD8}"/>
          </ac:cxnSpMkLst>
        </pc:cxnChg>
        <pc:cxnChg chg="mod">
          <ac:chgData name="Justine G. Ramos" userId="23bf2b7b-55e2-4a02-8844-93e3bf8f6d02" providerId="ADAL" clId="{C623EF83-F154-4607-932D-A7EE302A7749}" dt="2025-08-18T03:19:02.120" v="1552" actId="165"/>
          <ac:cxnSpMkLst>
            <pc:docMk/>
            <pc:sldMk cId="89633627" sldId="268"/>
            <ac:cxnSpMk id="7" creationId="{18991DB8-EEDE-9543-D6D5-BDAC96727AEE}"/>
          </ac:cxnSpMkLst>
        </pc:cxnChg>
        <pc:cxnChg chg="mod">
          <ac:chgData name="Justine G. Ramos" userId="23bf2b7b-55e2-4a02-8844-93e3bf8f6d02" providerId="ADAL" clId="{C623EF83-F154-4607-932D-A7EE302A7749}" dt="2025-08-18T03:19:02.120" v="1552" actId="165"/>
          <ac:cxnSpMkLst>
            <pc:docMk/>
            <pc:sldMk cId="89633627" sldId="268"/>
            <ac:cxnSpMk id="8" creationId="{B3FB61F3-040D-2EBD-AF2B-E215A0AA1ACC}"/>
          </ac:cxnSpMkLst>
        </pc:cxnChg>
        <pc:cxnChg chg="mod">
          <ac:chgData name="Justine G. Ramos" userId="23bf2b7b-55e2-4a02-8844-93e3bf8f6d02" providerId="ADAL" clId="{C623EF83-F154-4607-932D-A7EE302A7749}" dt="2025-08-18T03:19:02.120" v="1552" actId="165"/>
          <ac:cxnSpMkLst>
            <pc:docMk/>
            <pc:sldMk cId="89633627" sldId="268"/>
            <ac:cxnSpMk id="13" creationId="{10B71A3C-8062-C03C-52E8-642FDE4901FA}"/>
          </ac:cxnSpMkLst>
        </pc:cxnChg>
        <pc:cxnChg chg="mod">
          <ac:chgData name="Justine G. Ramos" userId="23bf2b7b-55e2-4a02-8844-93e3bf8f6d02" providerId="ADAL" clId="{C623EF83-F154-4607-932D-A7EE302A7749}" dt="2025-08-18T03:19:02.120" v="1552" actId="165"/>
          <ac:cxnSpMkLst>
            <pc:docMk/>
            <pc:sldMk cId="89633627" sldId="268"/>
            <ac:cxnSpMk id="16" creationId="{002421FD-86A5-48C7-16CB-ADFAD410D9C8}"/>
          </ac:cxnSpMkLst>
        </pc:cxnChg>
        <pc:cxnChg chg="mod">
          <ac:chgData name="Justine G. Ramos" userId="23bf2b7b-55e2-4a02-8844-93e3bf8f6d02" providerId="ADAL" clId="{C623EF83-F154-4607-932D-A7EE302A7749}" dt="2025-08-18T03:19:02.120" v="1552" actId="165"/>
          <ac:cxnSpMkLst>
            <pc:docMk/>
            <pc:sldMk cId="89633627" sldId="268"/>
            <ac:cxnSpMk id="17" creationId="{B7BAE8CA-2EB5-18AE-B5D7-B483259CEF32}"/>
          </ac:cxnSpMkLst>
        </pc:cxnChg>
        <pc:cxnChg chg="mod">
          <ac:chgData name="Justine G. Ramos" userId="23bf2b7b-55e2-4a02-8844-93e3bf8f6d02" providerId="ADAL" clId="{C623EF83-F154-4607-932D-A7EE302A7749}" dt="2025-08-18T03:19:02.120" v="1552" actId="165"/>
          <ac:cxnSpMkLst>
            <pc:docMk/>
            <pc:sldMk cId="89633627" sldId="268"/>
            <ac:cxnSpMk id="20" creationId="{8A074890-2346-69A6-E048-379E3DE32336}"/>
          </ac:cxnSpMkLst>
        </pc:cxnChg>
        <pc:cxnChg chg="mod">
          <ac:chgData name="Justine G. Ramos" userId="23bf2b7b-55e2-4a02-8844-93e3bf8f6d02" providerId="ADAL" clId="{C623EF83-F154-4607-932D-A7EE302A7749}" dt="2025-08-18T03:19:02.120" v="1552" actId="165"/>
          <ac:cxnSpMkLst>
            <pc:docMk/>
            <pc:sldMk cId="89633627" sldId="268"/>
            <ac:cxnSpMk id="25" creationId="{B02FBCF8-96EE-A51F-761C-7997F39DF161}"/>
          </ac:cxnSpMkLst>
        </pc:cxnChg>
        <pc:cxnChg chg="mod topLvl">
          <ac:chgData name="Justine G. Ramos" userId="23bf2b7b-55e2-4a02-8844-93e3bf8f6d02" providerId="ADAL" clId="{C623EF83-F154-4607-932D-A7EE302A7749}" dt="2025-08-18T03:19:58.683" v="1569" actId="164"/>
          <ac:cxnSpMkLst>
            <pc:docMk/>
            <pc:sldMk cId="89633627" sldId="268"/>
            <ac:cxnSpMk id="26" creationId="{4E2D7691-1640-5410-9E53-2F0C5C97C04D}"/>
          </ac:cxnSpMkLst>
        </pc:cxnChg>
        <pc:cxnChg chg="mod">
          <ac:chgData name="Justine G. Ramos" userId="23bf2b7b-55e2-4a02-8844-93e3bf8f6d02" providerId="ADAL" clId="{C623EF83-F154-4607-932D-A7EE302A7749}" dt="2025-08-18T03:19:02.120" v="1552" actId="165"/>
          <ac:cxnSpMkLst>
            <pc:docMk/>
            <pc:sldMk cId="89633627" sldId="268"/>
            <ac:cxnSpMk id="30" creationId="{9DB9B7E1-83C5-DB60-308D-1B892891DA3E}"/>
          </ac:cxnSpMkLst>
        </pc:cxnChg>
        <pc:cxnChg chg="mod topLvl">
          <ac:chgData name="Justine G. Ramos" userId="23bf2b7b-55e2-4a02-8844-93e3bf8f6d02" providerId="ADAL" clId="{C623EF83-F154-4607-932D-A7EE302A7749}" dt="2025-08-18T03:19:58.683" v="1569" actId="164"/>
          <ac:cxnSpMkLst>
            <pc:docMk/>
            <pc:sldMk cId="89633627" sldId="268"/>
            <ac:cxnSpMk id="31" creationId="{04D3CEF6-9FC0-AE07-5E87-ED993EA8332D}"/>
          </ac:cxnSpMkLst>
        </pc:cxnChg>
        <pc:cxnChg chg="mod topLvl">
          <ac:chgData name="Justine G. Ramos" userId="23bf2b7b-55e2-4a02-8844-93e3bf8f6d02" providerId="ADAL" clId="{C623EF83-F154-4607-932D-A7EE302A7749}" dt="2025-08-18T03:19:58.683" v="1569" actId="164"/>
          <ac:cxnSpMkLst>
            <pc:docMk/>
            <pc:sldMk cId="89633627" sldId="268"/>
            <ac:cxnSpMk id="35" creationId="{C2DAB117-EEAF-DA9C-286D-7CEF1626E9CE}"/>
          </ac:cxnSpMkLst>
        </pc:cxnChg>
        <pc:cxnChg chg="mod topLvl">
          <ac:chgData name="Justine G. Ramos" userId="23bf2b7b-55e2-4a02-8844-93e3bf8f6d02" providerId="ADAL" clId="{C623EF83-F154-4607-932D-A7EE302A7749}" dt="2025-08-18T03:19:58.683" v="1569" actId="164"/>
          <ac:cxnSpMkLst>
            <pc:docMk/>
            <pc:sldMk cId="89633627" sldId="268"/>
            <ac:cxnSpMk id="39" creationId="{85641CEF-BB44-AC24-CA2E-96A47354CDBE}"/>
          </ac:cxnSpMkLst>
        </pc:cxnChg>
        <pc:cxnChg chg="mod topLvl">
          <ac:chgData name="Justine G. Ramos" userId="23bf2b7b-55e2-4a02-8844-93e3bf8f6d02" providerId="ADAL" clId="{C623EF83-F154-4607-932D-A7EE302A7749}" dt="2025-08-18T03:19:58.683" v="1569" actId="164"/>
          <ac:cxnSpMkLst>
            <pc:docMk/>
            <pc:sldMk cId="89633627" sldId="268"/>
            <ac:cxnSpMk id="41" creationId="{7FDC205A-9F78-E960-AFBF-DCC24AF9FF82}"/>
          </ac:cxnSpMkLst>
        </pc:cxnChg>
        <pc:cxnChg chg="mod topLvl">
          <ac:chgData name="Justine G. Ramos" userId="23bf2b7b-55e2-4a02-8844-93e3bf8f6d02" providerId="ADAL" clId="{C623EF83-F154-4607-932D-A7EE302A7749}" dt="2025-08-18T03:19:58.683" v="1569" actId="164"/>
          <ac:cxnSpMkLst>
            <pc:docMk/>
            <pc:sldMk cId="89633627" sldId="268"/>
            <ac:cxnSpMk id="43" creationId="{7D87B0D9-EAE2-B68F-7C27-B7E009E876AC}"/>
          </ac:cxnSpMkLst>
        </pc:cxnChg>
        <pc:cxnChg chg="mod topLvl">
          <ac:chgData name="Justine G. Ramos" userId="23bf2b7b-55e2-4a02-8844-93e3bf8f6d02" providerId="ADAL" clId="{C623EF83-F154-4607-932D-A7EE302A7749}" dt="2025-08-18T03:19:58.683" v="1569" actId="164"/>
          <ac:cxnSpMkLst>
            <pc:docMk/>
            <pc:sldMk cId="89633627" sldId="268"/>
            <ac:cxnSpMk id="44" creationId="{20AEAA32-DA70-EB68-32DC-3BF6D640F3B2}"/>
          </ac:cxnSpMkLst>
        </pc:cxnChg>
        <pc:cxnChg chg="mod topLvl">
          <ac:chgData name="Justine G. Ramos" userId="23bf2b7b-55e2-4a02-8844-93e3bf8f6d02" providerId="ADAL" clId="{C623EF83-F154-4607-932D-A7EE302A7749}" dt="2025-08-18T03:19:58.683" v="1569" actId="164"/>
          <ac:cxnSpMkLst>
            <pc:docMk/>
            <pc:sldMk cId="89633627" sldId="268"/>
            <ac:cxnSpMk id="46" creationId="{91B67391-43D9-B4B2-B255-A76DA4FD0589}"/>
          </ac:cxnSpMkLst>
        </pc:cxnChg>
        <pc:cxnChg chg="mod topLvl">
          <ac:chgData name="Justine G. Ramos" userId="23bf2b7b-55e2-4a02-8844-93e3bf8f6d02" providerId="ADAL" clId="{C623EF83-F154-4607-932D-A7EE302A7749}" dt="2025-08-18T03:19:58.683" v="1569" actId="164"/>
          <ac:cxnSpMkLst>
            <pc:docMk/>
            <pc:sldMk cId="89633627" sldId="268"/>
            <ac:cxnSpMk id="47" creationId="{8C1163C3-8957-EE5D-AD92-9D5615217552}"/>
          </ac:cxnSpMkLst>
        </pc:cxnChg>
        <pc:cxnChg chg="mod topLvl">
          <ac:chgData name="Justine G. Ramos" userId="23bf2b7b-55e2-4a02-8844-93e3bf8f6d02" providerId="ADAL" clId="{C623EF83-F154-4607-932D-A7EE302A7749}" dt="2025-08-18T03:19:58.683" v="1569" actId="164"/>
          <ac:cxnSpMkLst>
            <pc:docMk/>
            <pc:sldMk cId="89633627" sldId="268"/>
            <ac:cxnSpMk id="49" creationId="{C9775F4C-4E8F-CB72-19F7-26EF374A6800}"/>
          </ac:cxnSpMkLst>
        </pc:cxnChg>
        <pc:cxnChg chg="del mod topLvl">
          <ac:chgData name="Justine G. Ramos" userId="23bf2b7b-55e2-4a02-8844-93e3bf8f6d02" providerId="ADAL" clId="{C623EF83-F154-4607-932D-A7EE302A7749}" dt="2025-08-18T03:19:16.067" v="1555" actId="478"/>
          <ac:cxnSpMkLst>
            <pc:docMk/>
            <pc:sldMk cId="89633627" sldId="268"/>
            <ac:cxnSpMk id="51" creationId="{F2F49949-48F7-1988-CB38-3488A0AF56D9}"/>
          </ac:cxnSpMkLst>
        </pc:cxnChg>
        <pc:cxnChg chg="del mod topLvl">
          <ac:chgData name="Justine G. Ramos" userId="23bf2b7b-55e2-4a02-8844-93e3bf8f6d02" providerId="ADAL" clId="{C623EF83-F154-4607-932D-A7EE302A7749}" dt="2025-08-18T03:19:17.418" v="1557" actId="478"/>
          <ac:cxnSpMkLst>
            <pc:docMk/>
            <pc:sldMk cId="89633627" sldId="268"/>
            <ac:cxnSpMk id="52" creationId="{4686F3B3-C6C3-5493-BEDC-0EE6BFE32718}"/>
          </ac:cxnSpMkLst>
        </pc:cxnChg>
        <pc:cxnChg chg="mod">
          <ac:chgData name="Justine G. Ramos" userId="23bf2b7b-55e2-4a02-8844-93e3bf8f6d02" providerId="ADAL" clId="{C623EF83-F154-4607-932D-A7EE302A7749}" dt="2025-08-18T03:19:02.120" v="1552" actId="165"/>
          <ac:cxnSpMkLst>
            <pc:docMk/>
            <pc:sldMk cId="89633627" sldId="268"/>
            <ac:cxnSpMk id="61" creationId="{2236C7EC-16C6-40B8-0076-8D7464D42E0C}"/>
          </ac:cxnSpMkLst>
        </pc:cxnChg>
        <pc:cxnChg chg="mod">
          <ac:chgData name="Justine G. Ramos" userId="23bf2b7b-55e2-4a02-8844-93e3bf8f6d02" providerId="ADAL" clId="{C623EF83-F154-4607-932D-A7EE302A7749}" dt="2025-08-18T03:19:02.120" v="1552" actId="165"/>
          <ac:cxnSpMkLst>
            <pc:docMk/>
            <pc:sldMk cId="89633627" sldId="268"/>
            <ac:cxnSpMk id="62" creationId="{6F7CDE13-1BDB-5447-F65A-7CD59DA8EB4C}"/>
          </ac:cxnSpMkLst>
        </pc:cxnChg>
        <pc:cxnChg chg="mod">
          <ac:chgData name="Justine G. Ramos" userId="23bf2b7b-55e2-4a02-8844-93e3bf8f6d02" providerId="ADAL" clId="{C623EF83-F154-4607-932D-A7EE302A7749}" dt="2025-08-18T03:19:02.120" v="1552" actId="165"/>
          <ac:cxnSpMkLst>
            <pc:docMk/>
            <pc:sldMk cId="89633627" sldId="268"/>
            <ac:cxnSpMk id="66" creationId="{E9F78E02-E9A3-F2A8-57D5-E214760369FB}"/>
          </ac:cxnSpMkLst>
        </pc:cxnChg>
        <pc:cxnChg chg="mod">
          <ac:chgData name="Justine G. Ramos" userId="23bf2b7b-55e2-4a02-8844-93e3bf8f6d02" providerId="ADAL" clId="{C623EF83-F154-4607-932D-A7EE302A7749}" dt="2025-08-18T03:19:02.120" v="1552" actId="165"/>
          <ac:cxnSpMkLst>
            <pc:docMk/>
            <pc:sldMk cId="89633627" sldId="268"/>
            <ac:cxnSpMk id="68" creationId="{943EFF5E-E59E-6667-4D26-94E7974470C3}"/>
          </ac:cxnSpMkLst>
        </pc:cxnChg>
        <pc:cxnChg chg="mod">
          <ac:chgData name="Justine G. Ramos" userId="23bf2b7b-55e2-4a02-8844-93e3bf8f6d02" providerId="ADAL" clId="{C623EF83-F154-4607-932D-A7EE302A7749}" dt="2025-08-18T03:19:02.120" v="1552" actId="165"/>
          <ac:cxnSpMkLst>
            <pc:docMk/>
            <pc:sldMk cId="89633627" sldId="268"/>
            <ac:cxnSpMk id="71" creationId="{BA845D7F-A869-F3B1-BAE6-5B6F51483279}"/>
          </ac:cxnSpMkLst>
        </pc:cxnChg>
        <pc:cxnChg chg="mod">
          <ac:chgData name="Justine G. Ramos" userId="23bf2b7b-55e2-4a02-8844-93e3bf8f6d02" providerId="ADAL" clId="{C623EF83-F154-4607-932D-A7EE302A7749}" dt="2025-08-18T03:19:02.120" v="1552" actId="165"/>
          <ac:cxnSpMkLst>
            <pc:docMk/>
            <pc:sldMk cId="89633627" sldId="268"/>
            <ac:cxnSpMk id="72" creationId="{88758595-BEF9-B8A3-F946-ADE4B16C91F9}"/>
          </ac:cxnSpMkLst>
        </pc:cxnChg>
        <pc:cxnChg chg="mod">
          <ac:chgData name="Justine G. Ramos" userId="23bf2b7b-55e2-4a02-8844-93e3bf8f6d02" providerId="ADAL" clId="{C623EF83-F154-4607-932D-A7EE302A7749}" dt="2025-08-18T03:19:02.120" v="1552" actId="165"/>
          <ac:cxnSpMkLst>
            <pc:docMk/>
            <pc:sldMk cId="89633627" sldId="268"/>
            <ac:cxnSpMk id="73" creationId="{B2F84ED1-B20D-B28D-D810-1B80AFBCD239}"/>
          </ac:cxnSpMkLst>
        </pc:cxnChg>
        <pc:cxnChg chg="mod">
          <ac:chgData name="Justine G. Ramos" userId="23bf2b7b-55e2-4a02-8844-93e3bf8f6d02" providerId="ADAL" clId="{C623EF83-F154-4607-932D-A7EE302A7749}" dt="2025-08-18T03:19:02.120" v="1552" actId="165"/>
          <ac:cxnSpMkLst>
            <pc:docMk/>
            <pc:sldMk cId="89633627" sldId="268"/>
            <ac:cxnSpMk id="75" creationId="{BAB27289-B660-29B6-23ED-3CF9DDBB0D0B}"/>
          </ac:cxnSpMkLst>
        </pc:cxnChg>
        <pc:cxnChg chg="mod">
          <ac:chgData name="Justine G. Ramos" userId="23bf2b7b-55e2-4a02-8844-93e3bf8f6d02" providerId="ADAL" clId="{C623EF83-F154-4607-932D-A7EE302A7749}" dt="2025-08-18T03:19:02.120" v="1552" actId="165"/>
          <ac:cxnSpMkLst>
            <pc:docMk/>
            <pc:sldMk cId="89633627" sldId="268"/>
            <ac:cxnSpMk id="80" creationId="{C2310737-5839-F989-03BE-97355C826FB7}"/>
          </ac:cxnSpMkLst>
        </pc:cxnChg>
        <pc:cxnChg chg="mod">
          <ac:chgData name="Justine G. Ramos" userId="23bf2b7b-55e2-4a02-8844-93e3bf8f6d02" providerId="ADAL" clId="{C623EF83-F154-4607-932D-A7EE302A7749}" dt="2025-08-18T03:19:02.120" v="1552" actId="165"/>
          <ac:cxnSpMkLst>
            <pc:docMk/>
            <pc:sldMk cId="89633627" sldId="268"/>
            <ac:cxnSpMk id="81" creationId="{A9C64D3B-B8DC-5917-F477-DD1480F9846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002AA-5F89-4AFB-9B5B-06C55C20619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0D369-4B0C-4CD1-84AE-80DE5399F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74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002AA-5F89-4AFB-9B5B-06C55C20619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0D369-4B0C-4CD1-84AE-80DE5399F11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73D543-0710-DC4A-9D0A-E27C730E52CE}"/>
              </a:ext>
            </a:extLst>
          </p:cNvPr>
          <p:cNvSpPr/>
          <p:nvPr userDrawn="1"/>
        </p:nvSpPr>
        <p:spPr>
          <a:xfrm>
            <a:off x="10104782" y="189292"/>
            <a:ext cx="1341783" cy="38762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4EBEEB9D-B8F2-384D-9545-4C72DC4EA3C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713" y="80865"/>
            <a:ext cx="1477617" cy="60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752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002AA-5F89-4AFB-9B5B-06C55C20619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0D369-4B0C-4CD1-84AE-80DE5399F11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77AA1A-67E9-9247-81BA-AF725E9606CD}"/>
              </a:ext>
            </a:extLst>
          </p:cNvPr>
          <p:cNvSpPr/>
          <p:nvPr userDrawn="1"/>
        </p:nvSpPr>
        <p:spPr>
          <a:xfrm>
            <a:off x="10318472" y="231362"/>
            <a:ext cx="1341783" cy="38762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49B96846-A9CE-2143-82BB-B7CE363A36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0554" y="78831"/>
            <a:ext cx="1477617" cy="60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094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002AA-5F89-4AFB-9B5B-06C55C20619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0D369-4B0C-4CD1-84AE-80DE5399F11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702CB1-8001-1649-93AC-4DD4730354F0}"/>
              </a:ext>
            </a:extLst>
          </p:cNvPr>
          <p:cNvSpPr/>
          <p:nvPr userDrawn="1"/>
        </p:nvSpPr>
        <p:spPr>
          <a:xfrm>
            <a:off x="10263809" y="6345099"/>
            <a:ext cx="1341783" cy="38762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C27047A0-5B20-3746-8C09-E6A06E56FA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0554" y="6228880"/>
            <a:ext cx="1477617" cy="60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439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002AA-5F89-4AFB-9B5B-06C55C20619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0D369-4B0C-4CD1-84AE-80DE5399F11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9D2DDC-875E-EC43-8E07-B1CC7D7EFFE3}"/>
              </a:ext>
            </a:extLst>
          </p:cNvPr>
          <p:cNvSpPr/>
          <p:nvPr userDrawn="1"/>
        </p:nvSpPr>
        <p:spPr>
          <a:xfrm>
            <a:off x="10104782" y="189292"/>
            <a:ext cx="1341783" cy="38762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1A97BD88-FE9C-2E44-B940-BF9E2CC4EEC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965" y="80865"/>
            <a:ext cx="1477617" cy="60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89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002AA-5F89-4AFB-9B5B-06C55C20619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0D369-4B0C-4CD1-84AE-80DE5399F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93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002AA-5F89-4AFB-9B5B-06C55C20619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90D369-4B0C-4CD1-84AE-80DE5399F118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: Rounded Corners 6">
            <a:extLst>
              <a:ext uri="{FF2B5EF4-FFF2-40B4-BE49-F238E27FC236}">
                <a16:creationId xmlns:a16="http://schemas.microsoft.com/office/drawing/2014/main" id="{E3AF7382-C911-924A-B0AE-46C9CFF1E017}"/>
              </a:ext>
            </a:extLst>
          </p:cNvPr>
          <p:cNvSpPr/>
          <p:nvPr userDrawn="1"/>
        </p:nvSpPr>
        <p:spPr>
          <a:xfrm>
            <a:off x="1128875" y="7180067"/>
            <a:ext cx="9560147" cy="69821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3B4A426-64CC-F44A-ADB7-09E9AE6089A2}"/>
              </a:ext>
            </a:extLst>
          </p:cNvPr>
          <p:cNvGrpSpPr/>
          <p:nvPr userDrawn="1"/>
        </p:nvGrpSpPr>
        <p:grpSpPr>
          <a:xfrm>
            <a:off x="1128875" y="7180067"/>
            <a:ext cx="9440125" cy="702706"/>
            <a:chOff x="369854" y="1934860"/>
            <a:chExt cx="7866771" cy="658785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8A39FC5-388F-E04B-822B-701584C0270D}"/>
                </a:ext>
              </a:extLst>
            </p:cNvPr>
            <p:cNvGrpSpPr/>
            <p:nvPr/>
          </p:nvGrpSpPr>
          <p:grpSpPr>
            <a:xfrm>
              <a:off x="1622612" y="1946353"/>
              <a:ext cx="1374865" cy="647292"/>
              <a:chOff x="1622612" y="1946353"/>
              <a:chExt cx="1374865" cy="647292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3878C817-0AFA-964C-B107-9CA75F4676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744521" y="2133196"/>
                <a:ext cx="274320" cy="274320"/>
              </a:xfrm>
              <a:prstGeom prst="rect">
                <a:avLst/>
              </a:prstGeom>
              <a:solidFill>
                <a:srgbClr val="00B7BD"/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879AED8D-3373-104C-AE93-2B3F0B4DEE76}"/>
                  </a:ext>
                </a:extLst>
              </p:cNvPr>
              <p:cNvSpPr/>
              <p:nvPr/>
            </p:nvSpPr>
            <p:spPr>
              <a:xfrm>
                <a:off x="2396945" y="2133196"/>
                <a:ext cx="274320" cy="274320"/>
              </a:xfrm>
              <a:prstGeom prst="rect">
                <a:avLst/>
              </a:prstGeom>
              <a:solidFill>
                <a:srgbClr val="02BCBC">
                  <a:alpha val="49804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A9BD5B3-AF60-D34A-8CCE-E3B3DC612973}"/>
                  </a:ext>
                </a:extLst>
              </p:cNvPr>
              <p:cNvSpPr txBox="1"/>
              <p:nvPr/>
            </p:nvSpPr>
            <p:spPr>
              <a:xfrm>
                <a:off x="1686075" y="1946353"/>
                <a:ext cx="769316" cy="225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#00B7BD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080D72E5-DEAF-5C4E-A6DB-0EFB075AA74A}"/>
                  </a:ext>
                </a:extLst>
              </p:cNvPr>
              <p:cNvSpPr/>
              <p:nvPr/>
            </p:nvSpPr>
            <p:spPr>
              <a:xfrm>
                <a:off x="2723157" y="2133196"/>
                <a:ext cx="274320" cy="274320"/>
              </a:xfrm>
              <a:prstGeom prst="rect">
                <a:avLst/>
              </a:prstGeom>
              <a:solidFill>
                <a:srgbClr val="02BCBC">
                  <a:alpha val="24706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7B629EB6-3FBB-694A-A8A8-BAE85A9092E7}"/>
                  </a:ext>
                </a:extLst>
              </p:cNvPr>
              <p:cNvSpPr/>
              <p:nvPr/>
            </p:nvSpPr>
            <p:spPr>
              <a:xfrm>
                <a:off x="2070733" y="2133196"/>
                <a:ext cx="274320" cy="274320"/>
              </a:xfrm>
              <a:prstGeom prst="rect">
                <a:avLst/>
              </a:prstGeom>
              <a:solidFill>
                <a:srgbClr val="02BCBC">
                  <a:alpha val="74902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549B65D1-2321-864B-A0D0-2A69757F3773}"/>
                  </a:ext>
                </a:extLst>
              </p:cNvPr>
              <p:cNvSpPr txBox="1"/>
              <p:nvPr/>
            </p:nvSpPr>
            <p:spPr>
              <a:xfrm>
                <a:off x="1622612" y="2368583"/>
                <a:ext cx="1177198" cy="225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SKY BLUE</a:t>
                </a: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72A90294-5C0F-AE4C-96DC-C0ECF68E57CC}"/>
                </a:ext>
              </a:extLst>
            </p:cNvPr>
            <p:cNvGrpSpPr/>
            <p:nvPr/>
          </p:nvGrpSpPr>
          <p:grpSpPr>
            <a:xfrm>
              <a:off x="2961700" y="1934860"/>
              <a:ext cx="1340625" cy="658785"/>
              <a:chOff x="2961700" y="1934860"/>
              <a:chExt cx="1340625" cy="658785"/>
            </a:xfrm>
          </p:grpSpPr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850939C2-4032-C24A-A81F-0D72C8EF25A9}"/>
                  </a:ext>
                </a:extLst>
              </p:cNvPr>
              <p:cNvSpPr/>
              <p:nvPr/>
            </p:nvSpPr>
            <p:spPr>
              <a:xfrm>
                <a:off x="3049369" y="2133196"/>
                <a:ext cx="274320" cy="274320"/>
              </a:xfrm>
              <a:prstGeom prst="rect">
                <a:avLst/>
              </a:prstGeom>
              <a:solidFill>
                <a:srgbClr val="3CDBC0"/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43D2446D-08A3-BE4C-850A-E515A49AEC6F}"/>
                  </a:ext>
                </a:extLst>
              </p:cNvPr>
              <p:cNvSpPr/>
              <p:nvPr/>
            </p:nvSpPr>
            <p:spPr>
              <a:xfrm>
                <a:off x="3701793" y="2133196"/>
                <a:ext cx="274320" cy="274320"/>
              </a:xfrm>
              <a:prstGeom prst="rect">
                <a:avLst/>
              </a:prstGeom>
              <a:solidFill>
                <a:srgbClr val="3AF7BA">
                  <a:alpha val="49804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096D6EA-082B-5644-868E-1C469DBA062A}"/>
                  </a:ext>
                </a:extLst>
              </p:cNvPr>
              <p:cNvSpPr txBox="1"/>
              <p:nvPr/>
            </p:nvSpPr>
            <p:spPr>
              <a:xfrm>
                <a:off x="2961700" y="1934860"/>
                <a:ext cx="769316" cy="225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#3CDBC0</a:t>
                </a: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D828089D-3759-2549-9544-D5F4B2A1F55D}"/>
                  </a:ext>
                </a:extLst>
              </p:cNvPr>
              <p:cNvSpPr/>
              <p:nvPr/>
            </p:nvSpPr>
            <p:spPr>
              <a:xfrm>
                <a:off x="4028005" y="2133196"/>
                <a:ext cx="274320" cy="274320"/>
              </a:xfrm>
              <a:prstGeom prst="rect">
                <a:avLst/>
              </a:prstGeom>
              <a:solidFill>
                <a:srgbClr val="3AF7BA">
                  <a:alpha val="24706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879796DF-8E3F-E846-9D79-4B7C81443816}"/>
                  </a:ext>
                </a:extLst>
              </p:cNvPr>
              <p:cNvSpPr/>
              <p:nvPr/>
            </p:nvSpPr>
            <p:spPr>
              <a:xfrm>
                <a:off x="3375581" y="2133196"/>
                <a:ext cx="274320" cy="274320"/>
              </a:xfrm>
              <a:prstGeom prst="rect">
                <a:avLst/>
              </a:prstGeom>
              <a:solidFill>
                <a:srgbClr val="3AF7BA">
                  <a:alpha val="74902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BDC1545-703C-7B4E-B127-C4A4D286203A}"/>
                  </a:ext>
                </a:extLst>
              </p:cNvPr>
              <p:cNvSpPr txBox="1"/>
              <p:nvPr/>
            </p:nvSpPr>
            <p:spPr>
              <a:xfrm>
                <a:off x="2961700" y="2368583"/>
                <a:ext cx="1177198" cy="225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SEAFOAM GREEN</a:t>
                </a: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059AE525-BD91-E640-AB48-CE17AA23566E}"/>
                </a:ext>
              </a:extLst>
            </p:cNvPr>
            <p:cNvGrpSpPr/>
            <p:nvPr/>
          </p:nvGrpSpPr>
          <p:grpSpPr>
            <a:xfrm>
              <a:off x="369854" y="1934860"/>
              <a:ext cx="1326014" cy="657732"/>
              <a:chOff x="369854" y="1934860"/>
              <a:chExt cx="1326014" cy="657732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808838CC-2260-B846-8CC5-29087B6C13A7}"/>
                  </a:ext>
                </a:extLst>
              </p:cNvPr>
              <p:cNvSpPr/>
              <p:nvPr/>
            </p:nvSpPr>
            <p:spPr>
              <a:xfrm>
                <a:off x="442912" y="2133196"/>
                <a:ext cx="274320" cy="274320"/>
              </a:xfrm>
              <a:prstGeom prst="rect">
                <a:avLst/>
              </a:prstGeom>
              <a:solidFill>
                <a:srgbClr val="171C8F"/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80F8817F-26CA-7E4C-AE3A-8EA328DA8683}"/>
                  </a:ext>
                </a:extLst>
              </p:cNvPr>
              <p:cNvSpPr/>
              <p:nvPr/>
            </p:nvSpPr>
            <p:spPr>
              <a:xfrm>
                <a:off x="1095336" y="2133196"/>
                <a:ext cx="274320" cy="274320"/>
              </a:xfrm>
              <a:prstGeom prst="rect">
                <a:avLst/>
              </a:prstGeom>
              <a:solidFill>
                <a:srgbClr val="171C8F">
                  <a:alpha val="49804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2171AF2-AEB3-1B4E-AA32-CA385BDC6DFF}"/>
                  </a:ext>
                </a:extLst>
              </p:cNvPr>
              <p:cNvSpPr txBox="1"/>
              <p:nvPr/>
            </p:nvSpPr>
            <p:spPr>
              <a:xfrm>
                <a:off x="369854" y="1934860"/>
                <a:ext cx="769316" cy="225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#171C8F</a:t>
                </a: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88FBDFA3-2CB9-084F-9752-880CF1E49970}"/>
                  </a:ext>
                </a:extLst>
              </p:cNvPr>
              <p:cNvSpPr/>
              <p:nvPr/>
            </p:nvSpPr>
            <p:spPr>
              <a:xfrm>
                <a:off x="1421548" y="2133196"/>
                <a:ext cx="274320" cy="274320"/>
              </a:xfrm>
              <a:prstGeom prst="rect">
                <a:avLst/>
              </a:prstGeom>
              <a:solidFill>
                <a:srgbClr val="171C8F">
                  <a:alpha val="24706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B48B1B3F-AF88-C441-8018-28698D7EDE32}"/>
                  </a:ext>
                </a:extLst>
              </p:cNvPr>
              <p:cNvSpPr/>
              <p:nvPr/>
            </p:nvSpPr>
            <p:spPr>
              <a:xfrm>
                <a:off x="769124" y="2133196"/>
                <a:ext cx="274320" cy="274320"/>
              </a:xfrm>
              <a:prstGeom prst="rect">
                <a:avLst/>
              </a:prstGeom>
              <a:solidFill>
                <a:srgbClr val="171C8F">
                  <a:alpha val="74902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4D8E9F6-6781-F044-9785-4F6E7F7FCC9B}"/>
                  </a:ext>
                </a:extLst>
              </p:cNvPr>
              <p:cNvSpPr txBox="1"/>
              <p:nvPr/>
            </p:nvSpPr>
            <p:spPr>
              <a:xfrm>
                <a:off x="392801" y="2367530"/>
                <a:ext cx="1177198" cy="225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ELECTRIC BLUE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B527667-55F6-FB40-82FA-9880DEF6A929}"/>
                </a:ext>
              </a:extLst>
            </p:cNvPr>
            <p:cNvGrpSpPr/>
            <p:nvPr/>
          </p:nvGrpSpPr>
          <p:grpSpPr>
            <a:xfrm>
              <a:off x="6888694" y="1946353"/>
              <a:ext cx="1347931" cy="645185"/>
              <a:chOff x="4542114" y="2077836"/>
              <a:chExt cx="1347931" cy="645185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14584D0E-C9EE-4B40-A03F-3EFFF3777717}"/>
                  </a:ext>
                </a:extLst>
              </p:cNvPr>
              <p:cNvSpPr/>
              <p:nvPr/>
            </p:nvSpPr>
            <p:spPr>
              <a:xfrm>
                <a:off x="4637089" y="2264679"/>
                <a:ext cx="274320" cy="274320"/>
              </a:xfrm>
              <a:prstGeom prst="rect">
                <a:avLst/>
              </a:prstGeom>
              <a:solidFill>
                <a:srgbClr val="EF426F"/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3D975154-5173-C14F-95E9-2604B78E5D7A}"/>
                  </a:ext>
                </a:extLst>
              </p:cNvPr>
              <p:cNvSpPr/>
              <p:nvPr/>
            </p:nvSpPr>
            <p:spPr>
              <a:xfrm>
                <a:off x="5289513" y="2264679"/>
                <a:ext cx="274320" cy="274320"/>
              </a:xfrm>
              <a:prstGeom prst="rect">
                <a:avLst/>
              </a:prstGeom>
              <a:solidFill>
                <a:srgbClr val="EF4D6A">
                  <a:alpha val="49804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48B52E5-87AD-A842-820D-48AF05E0081F}"/>
                  </a:ext>
                </a:extLst>
              </p:cNvPr>
              <p:cNvSpPr txBox="1"/>
              <p:nvPr/>
            </p:nvSpPr>
            <p:spPr>
              <a:xfrm>
                <a:off x="4542114" y="2077836"/>
                <a:ext cx="769316" cy="225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#EF426F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A6FB28E7-F062-734E-9586-043959FEE3FA}"/>
                  </a:ext>
                </a:extLst>
              </p:cNvPr>
              <p:cNvSpPr/>
              <p:nvPr/>
            </p:nvSpPr>
            <p:spPr>
              <a:xfrm>
                <a:off x="5615725" y="2264679"/>
                <a:ext cx="274320" cy="274320"/>
              </a:xfrm>
              <a:prstGeom prst="rect">
                <a:avLst/>
              </a:prstGeom>
              <a:solidFill>
                <a:srgbClr val="EF4D6A">
                  <a:alpha val="24706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5BDFCD01-580D-6F42-9314-FD33F91CD1CA}"/>
                  </a:ext>
                </a:extLst>
              </p:cNvPr>
              <p:cNvSpPr/>
              <p:nvPr/>
            </p:nvSpPr>
            <p:spPr>
              <a:xfrm>
                <a:off x="4963301" y="2264679"/>
                <a:ext cx="274320" cy="274320"/>
              </a:xfrm>
              <a:prstGeom prst="rect">
                <a:avLst/>
              </a:prstGeom>
              <a:solidFill>
                <a:srgbClr val="EF4D6A">
                  <a:alpha val="74902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721855C-FFFD-264F-80FF-449ED40D67A7}"/>
                  </a:ext>
                </a:extLst>
              </p:cNvPr>
              <p:cNvSpPr txBox="1"/>
              <p:nvPr/>
            </p:nvSpPr>
            <p:spPr>
              <a:xfrm>
                <a:off x="4552824" y="2497960"/>
                <a:ext cx="1177198" cy="225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ELEGANT CERISE</a:t>
                </a: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A426D4A-76CF-9C45-9CF7-5F7B2736B4CB}"/>
                </a:ext>
              </a:extLst>
            </p:cNvPr>
            <p:cNvGrpSpPr/>
            <p:nvPr/>
          </p:nvGrpSpPr>
          <p:grpSpPr>
            <a:xfrm>
              <a:off x="4258405" y="1934860"/>
              <a:ext cx="1352726" cy="655625"/>
              <a:chOff x="4258405" y="1934860"/>
              <a:chExt cx="1352726" cy="655625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3D36197-199E-5F49-878B-AF6A9262B5A0}"/>
                  </a:ext>
                </a:extLst>
              </p:cNvPr>
              <p:cNvSpPr/>
              <p:nvPr/>
            </p:nvSpPr>
            <p:spPr>
              <a:xfrm>
                <a:off x="4358175" y="2133196"/>
                <a:ext cx="274320" cy="274320"/>
              </a:xfrm>
              <a:prstGeom prst="rect">
                <a:avLst/>
              </a:prstGeom>
              <a:solidFill>
                <a:srgbClr val="84BD00"/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ECC27E58-89FB-CB42-B3B9-E54C72A1F19D}"/>
                  </a:ext>
                </a:extLst>
              </p:cNvPr>
              <p:cNvSpPr/>
              <p:nvPr/>
            </p:nvSpPr>
            <p:spPr>
              <a:xfrm>
                <a:off x="5010599" y="2133196"/>
                <a:ext cx="274320" cy="274320"/>
              </a:xfrm>
              <a:prstGeom prst="rect">
                <a:avLst/>
              </a:prstGeom>
              <a:solidFill>
                <a:srgbClr val="7EB800">
                  <a:alpha val="50196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E8312C0-0B79-7143-9E6F-ADA66D0DE715}"/>
                  </a:ext>
                </a:extLst>
              </p:cNvPr>
              <p:cNvSpPr txBox="1"/>
              <p:nvPr/>
            </p:nvSpPr>
            <p:spPr>
              <a:xfrm>
                <a:off x="4258405" y="1934860"/>
                <a:ext cx="769316" cy="225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#84BD00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78397367-DF29-2A4D-864B-C2E8FED64D73}"/>
                  </a:ext>
                </a:extLst>
              </p:cNvPr>
              <p:cNvSpPr/>
              <p:nvPr/>
            </p:nvSpPr>
            <p:spPr>
              <a:xfrm>
                <a:off x="5336811" y="2133196"/>
                <a:ext cx="274320" cy="274320"/>
              </a:xfrm>
              <a:prstGeom prst="rect">
                <a:avLst/>
              </a:prstGeom>
              <a:solidFill>
                <a:srgbClr val="7EB800">
                  <a:alpha val="25000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3D7B3A75-2201-A046-91E9-820BC9DCDA4F}"/>
                  </a:ext>
                </a:extLst>
              </p:cNvPr>
              <p:cNvSpPr/>
              <p:nvPr/>
            </p:nvSpPr>
            <p:spPr>
              <a:xfrm>
                <a:off x="4684387" y="2133196"/>
                <a:ext cx="274320" cy="274320"/>
              </a:xfrm>
              <a:prstGeom prst="rect">
                <a:avLst/>
              </a:prstGeom>
              <a:solidFill>
                <a:srgbClr val="7EB800">
                  <a:alpha val="75000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3428024-BE80-F347-AEDA-807B0E487F6E}"/>
                  </a:ext>
                </a:extLst>
              </p:cNvPr>
              <p:cNvSpPr txBox="1"/>
              <p:nvPr/>
            </p:nvSpPr>
            <p:spPr>
              <a:xfrm>
                <a:off x="4275610" y="2365424"/>
                <a:ext cx="1177198" cy="225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ORGANIC GREEN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40F9F9F1-45CD-FC49-BB38-FE4723394AB7}"/>
                </a:ext>
              </a:extLst>
            </p:cNvPr>
            <p:cNvGrpSpPr/>
            <p:nvPr/>
          </p:nvGrpSpPr>
          <p:grpSpPr>
            <a:xfrm>
              <a:off x="5552685" y="1948500"/>
              <a:ext cx="1363303" cy="640932"/>
              <a:chOff x="5552685" y="1948500"/>
              <a:chExt cx="1363303" cy="640932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45A234E-36E8-E34A-9B45-B101F1879827}"/>
                  </a:ext>
                </a:extLst>
              </p:cNvPr>
              <p:cNvSpPr/>
              <p:nvPr/>
            </p:nvSpPr>
            <p:spPr>
              <a:xfrm>
                <a:off x="5663023" y="2133196"/>
                <a:ext cx="274320" cy="274320"/>
              </a:xfrm>
              <a:prstGeom prst="rect">
                <a:avLst/>
              </a:prstGeom>
              <a:solidFill>
                <a:srgbClr val="F4AF23"/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8B5B241F-434F-F746-96A1-C96208360DF9}"/>
                  </a:ext>
                </a:extLst>
              </p:cNvPr>
              <p:cNvSpPr/>
              <p:nvPr/>
            </p:nvSpPr>
            <p:spPr>
              <a:xfrm>
                <a:off x="6315447" y="2133196"/>
                <a:ext cx="274320" cy="274320"/>
              </a:xfrm>
              <a:prstGeom prst="rect">
                <a:avLst/>
              </a:prstGeom>
              <a:solidFill>
                <a:srgbClr val="F8AF22">
                  <a:alpha val="50196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69417A8-C216-1D40-952E-E4A1E9B90496}"/>
                  </a:ext>
                </a:extLst>
              </p:cNvPr>
              <p:cNvSpPr txBox="1"/>
              <p:nvPr/>
            </p:nvSpPr>
            <p:spPr>
              <a:xfrm>
                <a:off x="5552685" y="1948500"/>
                <a:ext cx="769316" cy="225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#F4AF23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A56882E8-F032-8842-8801-EC241B2AAA1B}"/>
                  </a:ext>
                </a:extLst>
              </p:cNvPr>
              <p:cNvSpPr/>
              <p:nvPr/>
            </p:nvSpPr>
            <p:spPr>
              <a:xfrm>
                <a:off x="6641668" y="2133196"/>
                <a:ext cx="274320" cy="274320"/>
              </a:xfrm>
              <a:prstGeom prst="rect">
                <a:avLst/>
              </a:prstGeom>
              <a:solidFill>
                <a:srgbClr val="F8AF22">
                  <a:alpha val="25000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255C9DCF-0DAC-9941-992A-C61214869B36}"/>
                  </a:ext>
                </a:extLst>
              </p:cNvPr>
              <p:cNvSpPr/>
              <p:nvPr/>
            </p:nvSpPr>
            <p:spPr>
              <a:xfrm>
                <a:off x="5989235" y="2133196"/>
                <a:ext cx="274320" cy="274320"/>
              </a:xfrm>
              <a:prstGeom prst="rect">
                <a:avLst/>
              </a:prstGeom>
              <a:solidFill>
                <a:srgbClr val="F8AF22">
                  <a:alpha val="75000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D8F39C3-A0FD-3D4A-BAA7-C8A71F9ABD3A}"/>
                  </a:ext>
                </a:extLst>
              </p:cNvPr>
              <p:cNvSpPr txBox="1"/>
              <p:nvPr/>
            </p:nvSpPr>
            <p:spPr>
              <a:xfrm>
                <a:off x="5582152" y="2364371"/>
                <a:ext cx="1177198" cy="225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SOLAR YELLOW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33750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9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F6C645-196B-7843-80CC-02A54469F7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F70AD5-476B-1544-B453-85556D0C87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rade Gothic LT Std Bold" panose="020B0503020502020204" pitchFamily="34" charset="0"/>
              </a:rPr>
              <a:t>PENALTY AUTOMATION</a:t>
            </a:r>
          </a:p>
        </p:txBody>
      </p:sp>
    </p:spTree>
    <p:extLst>
      <p:ext uri="{BB962C8B-B14F-4D97-AF65-F5344CB8AC3E}">
        <p14:creationId xmlns:p14="http://schemas.microsoft.com/office/powerpoint/2010/main" val="2310769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83">
            <a:extLst>
              <a:ext uri="{FF2B5EF4-FFF2-40B4-BE49-F238E27FC236}">
                <a16:creationId xmlns:a16="http://schemas.microsoft.com/office/drawing/2014/main" id="{367951E4-802C-499B-CF44-92072A5DD1B1}"/>
              </a:ext>
            </a:extLst>
          </p:cNvPr>
          <p:cNvGrpSpPr/>
          <p:nvPr/>
        </p:nvGrpSpPr>
        <p:grpSpPr>
          <a:xfrm>
            <a:off x="934722" y="1218771"/>
            <a:ext cx="10322556" cy="4124334"/>
            <a:chOff x="934722" y="1056211"/>
            <a:chExt cx="10322556" cy="412433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4A2F456-CE41-21BB-F3C9-F96BE0AA7F27}"/>
                </a:ext>
              </a:extLst>
            </p:cNvPr>
            <p:cNvGrpSpPr/>
            <p:nvPr/>
          </p:nvGrpSpPr>
          <p:grpSpPr>
            <a:xfrm>
              <a:off x="934722" y="1056211"/>
              <a:ext cx="3530596" cy="4093421"/>
              <a:chOff x="3708404" y="659971"/>
              <a:chExt cx="3530596" cy="4093421"/>
            </a:xfrm>
          </p:grpSpPr>
          <p:sp>
            <p:nvSpPr>
              <p:cNvPr id="5" name="Flowchart: Terminator 4">
                <a:extLst>
                  <a:ext uri="{FF2B5EF4-FFF2-40B4-BE49-F238E27FC236}">
                    <a16:creationId xmlns:a16="http://schemas.microsoft.com/office/drawing/2014/main" id="{21218770-0ECD-57F1-77C2-55825C048D67}"/>
                  </a:ext>
                </a:extLst>
              </p:cNvPr>
              <p:cNvSpPr/>
              <p:nvPr/>
            </p:nvSpPr>
            <p:spPr>
              <a:xfrm>
                <a:off x="5638800" y="1391491"/>
                <a:ext cx="914400" cy="457200"/>
              </a:xfrm>
              <a:prstGeom prst="flowChartTermina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IDENTIFIED</a:t>
                </a:r>
              </a:p>
              <a:p>
                <a:pPr algn="ctr"/>
                <a:r>
                  <a: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MATERIAL VARIANCE</a:t>
                </a:r>
              </a:p>
            </p:txBody>
          </p:sp>
          <p:sp>
            <p:nvSpPr>
              <p:cNvPr id="6" name="Flowchart: Predefined Process 5">
                <a:extLst>
                  <a:ext uri="{FF2B5EF4-FFF2-40B4-BE49-F238E27FC236}">
                    <a16:creationId xmlns:a16="http://schemas.microsoft.com/office/drawing/2014/main" id="{F0E55E94-654E-E21B-8E46-DB1A168A841D}"/>
                  </a:ext>
                </a:extLst>
              </p:cNvPr>
              <p:cNvSpPr/>
              <p:nvPr/>
            </p:nvSpPr>
            <p:spPr>
              <a:xfrm>
                <a:off x="4953000" y="659971"/>
                <a:ext cx="2286000" cy="457200"/>
              </a:xfrm>
              <a:prstGeom prst="flowChartPredefinedProces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i="1" u="sng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PENALTY AUTOMATION</a:t>
                </a:r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18991DB8-EEDE-9543-D6D5-BDAC96727A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1117171"/>
                <a:ext cx="0" cy="274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B3FB61F3-040D-2EBD-AF2B-E215A0AA1A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1848691"/>
                <a:ext cx="0" cy="274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405BC4A-3812-F44C-1BD1-47C4EF83E97A}"/>
                  </a:ext>
                </a:extLst>
              </p:cNvPr>
              <p:cNvGrpSpPr/>
              <p:nvPr/>
            </p:nvGrpSpPr>
            <p:grpSpPr>
              <a:xfrm>
                <a:off x="5636261" y="3564673"/>
                <a:ext cx="914400" cy="457200"/>
                <a:chOff x="3426461" y="2160174"/>
                <a:chExt cx="914400" cy="457200"/>
              </a:xfrm>
            </p:grpSpPr>
            <p:sp>
              <p:nvSpPr>
                <p:cNvPr id="10" name="Flowchart: Decision 9">
                  <a:extLst>
                    <a:ext uri="{FF2B5EF4-FFF2-40B4-BE49-F238E27FC236}">
                      <a16:creationId xmlns:a16="http://schemas.microsoft.com/office/drawing/2014/main" id="{904A1AA6-22D1-250C-D6BA-A1910C9FC50D}"/>
                    </a:ext>
                  </a:extLst>
                </p:cNvPr>
                <p:cNvSpPr/>
                <p:nvPr/>
              </p:nvSpPr>
              <p:spPr>
                <a:xfrm>
                  <a:off x="3426461" y="2160174"/>
                  <a:ext cx="914400" cy="457200"/>
                </a:xfrm>
                <a:prstGeom prst="flowChartDecision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 b="1" dirty="0">
                    <a:latin typeface="Trade Gothic LT Std" panose="020B0503020502020204" pitchFamily="34" charset="0"/>
                  </a:endParaRP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F2198DC-E320-E604-A145-F0B38437E4A9}"/>
                    </a:ext>
                  </a:extLst>
                </p:cNvPr>
                <p:cNvSpPr txBox="1"/>
                <p:nvPr/>
              </p:nvSpPr>
              <p:spPr>
                <a:xfrm>
                  <a:off x="3426461" y="2234885"/>
                  <a:ext cx="914400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00" b="1" dirty="0">
                      <a:latin typeface="Trade Gothic LT Std" panose="020B0503020502020204" pitchFamily="34" charset="0"/>
                    </a:rPr>
                    <a:t>WITH </a:t>
                  </a:r>
                </a:p>
                <a:p>
                  <a:pPr algn="ctr"/>
                  <a:r>
                    <a:rPr lang="en-US" sz="700" b="1" dirty="0">
                      <a:latin typeface="Trade Gothic LT Std" panose="020B0503020502020204" pitchFamily="34" charset="0"/>
                    </a:rPr>
                    <a:t>BACKJOB?</a:t>
                  </a:r>
                </a:p>
              </p:txBody>
            </p:sp>
          </p:grpSp>
          <p:sp>
            <p:nvSpPr>
              <p:cNvPr id="12" name="Flowchart: Process 11">
                <a:extLst>
                  <a:ext uri="{FF2B5EF4-FFF2-40B4-BE49-F238E27FC236}">
                    <a16:creationId xmlns:a16="http://schemas.microsoft.com/office/drawing/2014/main" id="{07F28137-2CE1-46E8-F96B-3785FF6F2ED9}"/>
                  </a:ext>
                </a:extLst>
              </p:cNvPr>
              <p:cNvSpPr/>
              <p:nvPr/>
            </p:nvSpPr>
            <p:spPr>
              <a:xfrm>
                <a:off x="4442463" y="3564673"/>
                <a:ext cx="914400" cy="457200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RESOLVE</a:t>
                </a:r>
              </a:p>
              <a:p>
                <a:pPr algn="ctr"/>
                <a:r>
                  <a: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BACKJOB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10B71A3C-8062-C03C-52E8-642FDE4901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3461" y="4021872"/>
                <a:ext cx="0" cy="274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Flowchart: Off-page Connector 13">
                <a:extLst>
                  <a:ext uri="{FF2B5EF4-FFF2-40B4-BE49-F238E27FC236}">
                    <a16:creationId xmlns:a16="http://schemas.microsoft.com/office/drawing/2014/main" id="{35C7434D-F373-B940-5CFE-D1E35762CD5B}"/>
                  </a:ext>
                </a:extLst>
              </p:cNvPr>
              <p:cNvSpPr/>
              <p:nvPr/>
            </p:nvSpPr>
            <p:spPr>
              <a:xfrm>
                <a:off x="3708404" y="3561244"/>
                <a:ext cx="457200" cy="457200"/>
              </a:xfrm>
              <a:prstGeom prst="flowChartOffpage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A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A1C3E63-B797-1A7B-C9DD-D91112E0FD68}"/>
                  </a:ext>
                </a:extLst>
              </p:cNvPr>
              <p:cNvSpPr txBox="1"/>
              <p:nvPr/>
            </p:nvSpPr>
            <p:spPr>
              <a:xfrm>
                <a:off x="5356863" y="3595219"/>
                <a:ext cx="34035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00" b="1" i="1" dirty="0">
                    <a:latin typeface="Trade Gothic LT Std" panose="020B0503020502020204" pitchFamily="34" charset="0"/>
                  </a:rPr>
                  <a:t>Yes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002421FD-86A5-48C7-16CB-ADFAD410D9C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496562" y="3656112"/>
                <a:ext cx="0" cy="274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B7BAE8CA-2EB5-18AE-B5D7-B483259CEF3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00857" y="3656872"/>
                <a:ext cx="0" cy="274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71B2EC-C085-B652-66BE-EA089C59AE8E}"/>
                  </a:ext>
                </a:extLst>
              </p:cNvPr>
              <p:cNvSpPr txBox="1"/>
              <p:nvPr/>
            </p:nvSpPr>
            <p:spPr>
              <a:xfrm>
                <a:off x="5750563" y="4017300"/>
                <a:ext cx="34035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00" b="1" i="1" dirty="0">
                    <a:latin typeface="Trade Gothic LT Std" panose="020B0503020502020204" pitchFamily="34" charset="0"/>
                  </a:rPr>
                  <a:t>No</a:t>
                </a:r>
              </a:p>
            </p:txBody>
          </p:sp>
          <p:sp>
            <p:nvSpPr>
              <p:cNvPr id="19" name="Flowchart: Process 18">
                <a:extLst>
                  <a:ext uri="{FF2B5EF4-FFF2-40B4-BE49-F238E27FC236}">
                    <a16:creationId xmlns:a16="http://schemas.microsoft.com/office/drawing/2014/main" id="{4DE5C77D-DA05-D631-B1F7-00C8022098FD}"/>
                  </a:ext>
                </a:extLst>
              </p:cNvPr>
              <p:cNvSpPr/>
              <p:nvPr/>
            </p:nvSpPr>
            <p:spPr>
              <a:xfrm>
                <a:off x="5638800" y="2127276"/>
                <a:ext cx="914400" cy="457200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DECLARE RETURN/S</a:t>
                </a:r>
                <a:endParaRPr lang="en-US" sz="700" dirty="0">
                  <a:solidFill>
                    <a:schemeClr val="tx1"/>
                  </a:solidFill>
                  <a:latin typeface="Trade Gothic LT Std" panose="020B0503020502020204" pitchFamily="34" charset="0"/>
                </a:endParaRP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8A074890-2346-69A6-E048-379E3DE323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2586085"/>
                <a:ext cx="0" cy="274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Flowchart: Off-page Connector 20">
                <a:extLst>
                  <a:ext uri="{FF2B5EF4-FFF2-40B4-BE49-F238E27FC236}">
                    <a16:creationId xmlns:a16="http://schemas.microsoft.com/office/drawing/2014/main" id="{679D9913-839B-BE3D-34CC-07C5CB07226D}"/>
                  </a:ext>
                </a:extLst>
              </p:cNvPr>
              <p:cNvSpPr/>
              <p:nvPr/>
            </p:nvSpPr>
            <p:spPr>
              <a:xfrm>
                <a:off x="5864861" y="4296192"/>
                <a:ext cx="457200" cy="457200"/>
              </a:xfrm>
              <a:prstGeom prst="flowChartOffpageConnector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B</a:t>
                </a:r>
              </a:p>
            </p:txBody>
          </p:sp>
          <p:sp>
            <p:nvSpPr>
              <p:cNvPr id="24" name="Flowchart: Document 23">
                <a:extLst>
                  <a:ext uri="{FF2B5EF4-FFF2-40B4-BE49-F238E27FC236}">
                    <a16:creationId xmlns:a16="http://schemas.microsoft.com/office/drawing/2014/main" id="{76CBEF30-BA47-F01B-0A4C-E08ED1CD04C4}"/>
                  </a:ext>
                </a:extLst>
              </p:cNvPr>
              <p:cNvSpPr/>
              <p:nvPr/>
            </p:nvSpPr>
            <p:spPr>
              <a:xfrm>
                <a:off x="5636261" y="2858795"/>
                <a:ext cx="914400" cy="457200"/>
              </a:xfrm>
              <a:prstGeom prst="flowChartDocumen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VARIANCE MONITORING</a:t>
                </a:r>
                <a:endParaRPr lang="en-US" sz="700" dirty="0">
                  <a:solidFill>
                    <a:schemeClr val="tx1"/>
                  </a:solidFill>
                  <a:latin typeface="Trade Gothic LT Std" panose="020B0503020502020204" pitchFamily="34" charset="0"/>
                </a:endParaRP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B02FBCF8-96EE-A51F-761C-7997F39DF1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291840"/>
                <a:ext cx="0" cy="274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Flowchart: Off-page Connector 28">
                <a:extLst>
                  <a:ext uri="{FF2B5EF4-FFF2-40B4-BE49-F238E27FC236}">
                    <a16:creationId xmlns:a16="http://schemas.microsoft.com/office/drawing/2014/main" id="{E72D1CDF-35AF-21F6-09D2-E65BC177CE27}"/>
                  </a:ext>
                </a:extLst>
              </p:cNvPr>
              <p:cNvSpPr/>
              <p:nvPr/>
            </p:nvSpPr>
            <p:spPr>
              <a:xfrm>
                <a:off x="4901570" y="2858796"/>
                <a:ext cx="457200" cy="457200"/>
              </a:xfrm>
              <a:prstGeom prst="flowChartOffpageConnector">
                <a:avLst/>
              </a:prstGeom>
              <a:solidFill>
                <a:srgbClr val="F37A8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D</a:t>
                </a:r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9DB9B7E1-83C5-DB60-308D-1B892891DA3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494023" y="2954424"/>
                <a:ext cx="0" cy="274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C2C06E3-A653-E9BE-F830-AA364E20682A}"/>
                </a:ext>
              </a:extLst>
            </p:cNvPr>
            <p:cNvGrpSpPr/>
            <p:nvPr/>
          </p:nvGrpSpPr>
          <p:grpSpPr>
            <a:xfrm>
              <a:off x="5435521" y="1058424"/>
              <a:ext cx="2863055" cy="4122121"/>
              <a:chOff x="5076509" y="1058424"/>
              <a:chExt cx="2863055" cy="4122121"/>
            </a:xfrm>
          </p:grpSpPr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D4DB4BA8-18E3-9F5F-303F-33CDDEE56DD8}"/>
                  </a:ext>
                </a:extLst>
              </p:cNvPr>
              <p:cNvCxnSpPr/>
              <p:nvPr/>
            </p:nvCxnSpPr>
            <p:spPr>
              <a:xfrm>
                <a:off x="6735128" y="1515624"/>
                <a:ext cx="0" cy="274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96293F6F-1E63-D594-D9EA-04D19A597851}"/>
                  </a:ext>
                </a:extLst>
              </p:cNvPr>
              <p:cNvGrpSpPr/>
              <p:nvPr/>
            </p:nvGrpSpPr>
            <p:grpSpPr>
              <a:xfrm>
                <a:off x="6277928" y="2530148"/>
                <a:ext cx="914400" cy="457200"/>
                <a:chOff x="5638800" y="2131695"/>
                <a:chExt cx="914400" cy="457200"/>
              </a:xfrm>
            </p:grpSpPr>
            <p:sp>
              <p:nvSpPr>
                <p:cNvPr id="56" name="Flowchart: Decision 55">
                  <a:extLst>
                    <a:ext uri="{FF2B5EF4-FFF2-40B4-BE49-F238E27FC236}">
                      <a16:creationId xmlns:a16="http://schemas.microsoft.com/office/drawing/2014/main" id="{D138947C-0D16-A47A-C8CE-8668D8252A00}"/>
                    </a:ext>
                  </a:extLst>
                </p:cNvPr>
                <p:cNvSpPr/>
                <p:nvPr/>
              </p:nvSpPr>
              <p:spPr>
                <a:xfrm>
                  <a:off x="5638800" y="2131695"/>
                  <a:ext cx="914400" cy="457200"/>
                </a:xfrm>
                <a:prstGeom prst="flowChartDecision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 b="1" dirty="0">
                    <a:latin typeface="Trade Gothic LT Std" panose="020B0503020502020204" pitchFamily="34" charset="0"/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AC464DAA-2C85-68FC-3509-60DEF9F82D3E}"/>
                    </a:ext>
                  </a:extLst>
                </p:cNvPr>
                <p:cNvSpPr txBox="1"/>
                <p:nvPr/>
              </p:nvSpPr>
              <p:spPr>
                <a:xfrm>
                  <a:off x="5638800" y="2181006"/>
                  <a:ext cx="914400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00" b="1" dirty="0">
                      <a:latin typeface="Trade Gothic LT Std" panose="020B0503020502020204" pitchFamily="34" charset="0"/>
                    </a:rPr>
                    <a:t>WITH </a:t>
                  </a:r>
                </a:p>
                <a:p>
                  <a:pPr algn="ctr"/>
                  <a:r>
                    <a:rPr lang="en-US" sz="700" b="1" dirty="0">
                      <a:latin typeface="Trade Gothic LT Std" panose="020B0503020502020204" pitchFamily="34" charset="0"/>
                    </a:rPr>
                    <a:t>COMMITMENT?</a:t>
                  </a:r>
                </a:p>
              </p:txBody>
            </p:sp>
          </p:grpSp>
          <p:sp>
            <p:nvSpPr>
              <p:cNvPr id="23" name="Flowchart: Process 22">
                <a:extLst>
                  <a:ext uri="{FF2B5EF4-FFF2-40B4-BE49-F238E27FC236}">
                    <a16:creationId xmlns:a16="http://schemas.microsoft.com/office/drawing/2014/main" id="{11EB01CF-1B65-5F45-1942-0B04331962A7}"/>
                  </a:ext>
                </a:extLst>
              </p:cNvPr>
              <p:cNvSpPr/>
              <p:nvPr/>
            </p:nvSpPr>
            <p:spPr>
              <a:xfrm>
                <a:off x="5076509" y="2531238"/>
                <a:ext cx="914400" cy="457200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RESOLVE</a:t>
                </a:r>
              </a:p>
              <a:p>
                <a:pPr algn="ctr"/>
                <a:r>
                  <a: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VARIANCE</a:t>
                </a: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4E2D7691-1640-5410-9E53-2F0C5C97C0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7667" y="2989581"/>
                <a:ext cx="0" cy="274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Flowchart: Off-page Connector 26">
                <a:extLst>
                  <a:ext uri="{FF2B5EF4-FFF2-40B4-BE49-F238E27FC236}">
                    <a16:creationId xmlns:a16="http://schemas.microsoft.com/office/drawing/2014/main" id="{9FA75FA7-3C8E-20B3-6A37-48FA918E9E07}"/>
                  </a:ext>
                </a:extLst>
              </p:cNvPr>
              <p:cNvSpPr/>
              <p:nvPr/>
            </p:nvSpPr>
            <p:spPr>
              <a:xfrm>
                <a:off x="5540059" y="3997986"/>
                <a:ext cx="457200" cy="457200"/>
              </a:xfrm>
              <a:prstGeom prst="flowChartOffpageConnector">
                <a:avLst/>
              </a:prstGeom>
              <a:solidFill>
                <a:srgbClr val="7EB8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C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C9B5B23-4038-195E-165D-625F0DBE9B2F}"/>
                  </a:ext>
                </a:extLst>
              </p:cNvPr>
              <p:cNvSpPr txBox="1"/>
              <p:nvPr/>
            </p:nvSpPr>
            <p:spPr>
              <a:xfrm>
                <a:off x="5990909" y="2561784"/>
                <a:ext cx="34035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00" b="1" i="1" dirty="0">
                    <a:latin typeface="Trade Gothic LT Std" panose="020B0503020502020204" pitchFamily="34" charset="0"/>
                  </a:rPr>
                  <a:t>Yes</a:t>
                </a:r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04D3CEF6-9FC0-AE07-5E87-ED993EA8332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130608" y="2622677"/>
                <a:ext cx="0" cy="274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19D30AA-8C5F-6B0D-66F6-5366116BA516}"/>
                  </a:ext>
                </a:extLst>
              </p:cNvPr>
              <p:cNvSpPr txBox="1"/>
              <p:nvPr/>
            </p:nvSpPr>
            <p:spPr>
              <a:xfrm>
                <a:off x="6394769" y="2985009"/>
                <a:ext cx="34035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00" b="1" i="1" dirty="0">
                    <a:latin typeface="Trade Gothic LT Std" panose="020B0503020502020204" pitchFamily="34" charset="0"/>
                  </a:rPr>
                  <a:t>No</a:t>
                </a:r>
              </a:p>
            </p:txBody>
          </p:sp>
          <p:sp>
            <p:nvSpPr>
              <p:cNvPr id="33" name="Flowchart: Off-page Connector 32">
                <a:extLst>
                  <a:ext uri="{FF2B5EF4-FFF2-40B4-BE49-F238E27FC236}">
                    <a16:creationId xmlns:a16="http://schemas.microsoft.com/office/drawing/2014/main" id="{8CA3D061-711E-6FD2-2406-CC80D6954317}"/>
                  </a:ext>
                </a:extLst>
              </p:cNvPr>
              <p:cNvSpPr/>
              <p:nvPr/>
            </p:nvSpPr>
            <p:spPr>
              <a:xfrm>
                <a:off x="6506528" y="1058424"/>
                <a:ext cx="457200" cy="457200"/>
              </a:xfrm>
              <a:prstGeom prst="flowChartOffpageConnector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B</a:t>
                </a:r>
              </a:p>
            </p:txBody>
          </p:sp>
          <p:sp>
            <p:nvSpPr>
              <p:cNvPr id="34" name="Flowchart: Process 33">
                <a:extLst>
                  <a:ext uri="{FF2B5EF4-FFF2-40B4-BE49-F238E27FC236}">
                    <a16:creationId xmlns:a16="http://schemas.microsoft.com/office/drawing/2014/main" id="{A0773F35-19FD-6A57-BE93-4924C4DCAD7C}"/>
                  </a:ext>
                </a:extLst>
              </p:cNvPr>
              <p:cNvSpPr/>
              <p:nvPr/>
            </p:nvSpPr>
            <p:spPr>
              <a:xfrm>
                <a:off x="6277928" y="1788880"/>
                <a:ext cx="914400" cy="457200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CREATE NTC</a:t>
                </a:r>
              </a:p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(</a:t>
                </a:r>
                <a:r>
                  <a:rPr lang="en-US" sz="600" i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Notice to Contractor)</a:t>
                </a:r>
                <a:endParaRPr lang="en-US" sz="600" dirty="0">
                  <a:solidFill>
                    <a:schemeClr val="tx1"/>
                  </a:solidFill>
                  <a:latin typeface="Trade Gothic LT Std" panose="020B0503020502020204" pitchFamily="34" charset="0"/>
                </a:endParaRPr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C2DAB117-EEAF-DA9C-286D-7CEF1626E9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5128" y="2250954"/>
                <a:ext cx="0" cy="274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Flowchart: Delay 35">
                <a:extLst>
                  <a:ext uri="{FF2B5EF4-FFF2-40B4-BE49-F238E27FC236}">
                    <a16:creationId xmlns:a16="http://schemas.microsoft.com/office/drawing/2014/main" id="{1D4D44CF-1A64-8A87-E90B-BD60A9129517}"/>
                  </a:ext>
                </a:extLst>
              </p:cNvPr>
              <p:cNvSpPr/>
              <p:nvPr/>
            </p:nvSpPr>
            <p:spPr>
              <a:xfrm>
                <a:off x="6277928" y="3263901"/>
                <a:ext cx="914400" cy="457200"/>
              </a:xfrm>
              <a:prstGeom prst="flowChartDelay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10 DAYS DEADLINE</a:t>
                </a:r>
              </a:p>
            </p:txBody>
          </p:sp>
          <p:sp>
            <p:nvSpPr>
              <p:cNvPr id="37" name="Flowchart: Terminator 36">
                <a:extLst>
                  <a:ext uri="{FF2B5EF4-FFF2-40B4-BE49-F238E27FC236}">
                    <a16:creationId xmlns:a16="http://schemas.microsoft.com/office/drawing/2014/main" id="{EFC37EF2-2A3F-CEE9-C810-E6FD1CB82056}"/>
                  </a:ext>
                </a:extLst>
              </p:cNvPr>
              <p:cNvSpPr/>
              <p:nvPr/>
            </p:nvSpPr>
            <p:spPr>
              <a:xfrm>
                <a:off x="6280467" y="4723345"/>
                <a:ext cx="914400" cy="457200"/>
              </a:xfrm>
              <a:prstGeom prst="flowChartTermina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WO CLOSING</a:t>
                </a:r>
                <a:endParaRPr lang="en-US" sz="600" dirty="0">
                  <a:solidFill>
                    <a:schemeClr val="tx1"/>
                  </a:solidFill>
                  <a:latin typeface="Trade Gothic LT Std" panose="020B0503020502020204" pitchFamily="34" charset="0"/>
                </a:endParaRPr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02266316-9329-3BE8-6944-370BA03A0596}"/>
                  </a:ext>
                </a:extLst>
              </p:cNvPr>
              <p:cNvGrpSpPr/>
              <p:nvPr/>
            </p:nvGrpSpPr>
            <p:grpSpPr>
              <a:xfrm>
                <a:off x="6277928" y="3995421"/>
                <a:ext cx="916305" cy="457200"/>
                <a:chOff x="5636895" y="2131695"/>
                <a:chExt cx="916305" cy="457200"/>
              </a:xfrm>
            </p:grpSpPr>
            <p:sp>
              <p:nvSpPr>
                <p:cNvPr id="54" name="Flowchart: Decision 53">
                  <a:extLst>
                    <a:ext uri="{FF2B5EF4-FFF2-40B4-BE49-F238E27FC236}">
                      <a16:creationId xmlns:a16="http://schemas.microsoft.com/office/drawing/2014/main" id="{CCCA19EA-ABA4-2AEF-1585-A1128114A410}"/>
                    </a:ext>
                  </a:extLst>
                </p:cNvPr>
                <p:cNvSpPr/>
                <p:nvPr/>
              </p:nvSpPr>
              <p:spPr>
                <a:xfrm>
                  <a:off x="5638800" y="2131695"/>
                  <a:ext cx="914400" cy="457200"/>
                </a:xfrm>
                <a:prstGeom prst="flowChartDecision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 b="1" dirty="0">
                    <a:latin typeface="Trade Gothic LT Std" panose="020B0503020502020204" pitchFamily="34" charset="0"/>
                  </a:endParaRP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86764033-1ACD-2ECE-1BB0-7C7D0ADB3BE2}"/>
                    </a:ext>
                  </a:extLst>
                </p:cNvPr>
                <p:cNvSpPr txBox="1"/>
                <p:nvPr/>
              </p:nvSpPr>
              <p:spPr>
                <a:xfrm>
                  <a:off x="5636895" y="2199942"/>
                  <a:ext cx="914400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00" b="1" dirty="0">
                      <a:latin typeface="Trade Gothic LT Std" panose="020B0503020502020204" pitchFamily="34" charset="0"/>
                    </a:rPr>
                    <a:t>VARIANCE</a:t>
                  </a:r>
                </a:p>
                <a:p>
                  <a:pPr algn="ctr"/>
                  <a:r>
                    <a:rPr lang="en-US" sz="700" b="1" dirty="0">
                      <a:latin typeface="Trade Gothic LT Std" panose="020B0503020502020204" pitchFamily="34" charset="0"/>
                    </a:rPr>
                    <a:t>RESOLVED?</a:t>
                  </a:r>
                </a:p>
              </p:txBody>
            </p:sp>
          </p:grp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85641CEF-BB44-AC24-CA2E-96A47354CD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9572" y="4454854"/>
                <a:ext cx="0" cy="274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FF7DDBB-A8AA-27E3-741C-75CDB386A9DE}"/>
                  </a:ext>
                </a:extLst>
              </p:cNvPr>
              <p:cNvSpPr txBox="1"/>
              <p:nvPr/>
            </p:nvSpPr>
            <p:spPr>
              <a:xfrm>
                <a:off x="5992814" y="4027057"/>
                <a:ext cx="34035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00" b="1" i="1" dirty="0">
                    <a:latin typeface="Trade Gothic LT Std" panose="020B0503020502020204" pitchFamily="34" charset="0"/>
                  </a:rPr>
                  <a:t>No</a:t>
                </a:r>
              </a:p>
            </p:txBody>
          </p: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7FDC205A-9F78-E960-AFBF-DCC24AF9FF8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132513" y="4087950"/>
                <a:ext cx="0" cy="274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028E765-1C4E-EE91-BC8F-6B3F143A59B3}"/>
                  </a:ext>
                </a:extLst>
              </p:cNvPr>
              <p:cNvSpPr txBox="1"/>
              <p:nvPr/>
            </p:nvSpPr>
            <p:spPr>
              <a:xfrm>
                <a:off x="6396674" y="4450282"/>
                <a:ext cx="34035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00" b="1" i="1" dirty="0">
                    <a:latin typeface="Trade Gothic LT Std" panose="020B0503020502020204" pitchFamily="34" charset="0"/>
                  </a:rPr>
                  <a:t>Yes</a:t>
                </a:r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7D87B0D9-EAE2-B68F-7C27-B7E009E876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7033" y="3716227"/>
                <a:ext cx="0" cy="274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20AEAA32-DA70-EB68-32DC-3BF6D640F3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36248" y="2991612"/>
                <a:ext cx="0" cy="274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Flowchart: Delay 44">
                <a:extLst>
                  <a:ext uri="{FF2B5EF4-FFF2-40B4-BE49-F238E27FC236}">
                    <a16:creationId xmlns:a16="http://schemas.microsoft.com/office/drawing/2014/main" id="{9040E55A-3DE9-09AF-3CA0-1015592B0CB1}"/>
                  </a:ext>
                </a:extLst>
              </p:cNvPr>
              <p:cNvSpPr/>
              <p:nvPr/>
            </p:nvSpPr>
            <p:spPr>
              <a:xfrm>
                <a:off x="5076509" y="3265932"/>
                <a:ext cx="914400" cy="457200"/>
              </a:xfrm>
              <a:prstGeom prst="flowChartDelay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COMMITMENT DATE</a:t>
                </a:r>
              </a:p>
            </p:txBody>
          </p: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91B67391-43D9-B4B2-B255-A76DA4FD0589}"/>
                  </a:ext>
                </a:extLst>
              </p:cNvPr>
              <p:cNvCxnSpPr/>
              <p:nvPr/>
            </p:nvCxnSpPr>
            <p:spPr>
              <a:xfrm>
                <a:off x="5536248" y="3728216"/>
                <a:ext cx="0" cy="10058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8C1163C3-8957-EE5D-AD92-9D561521755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136196" y="3228521"/>
                <a:ext cx="0" cy="119786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C9775F4C-4E8F-CB72-19F7-26EF374A680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7329488" y="4087971"/>
                <a:ext cx="0" cy="274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Flowchart: Off-page Connector 52">
                <a:extLst>
                  <a:ext uri="{FF2B5EF4-FFF2-40B4-BE49-F238E27FC236}">
                    <a16:creationId xmlns:a16="http://schemas.microsoft.com/office/drawing/2014/main" id="{916909D7-60E4-5C48-0EBA-31F3132280CE}"/>
                  </a:ext>
                </a:extLst>
              </p:cNvPr>
              <p:cNvSpPr/>
              <p:nvPr/>
            </p:nvSpPr>
            <p:spPr>
              <a:xfrm>
                <a:off x="7482364" y="3995421"/>
                <a:ext cx="457200" cy="457200"/>
              </a:xfrm>
              <a:prstGeom prst="flowChartOffpageConnector">
                <a:avLst/>
              </a:prstGeom>
              <a:solidFill>
                <a:srgbClr val="41CDC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E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B8DEDBC8-7699-8F27-AD64-F0EBC142CF9E}"/>
                </a:ext>
              </a:extLst>
            </p:cNvPr>
            <p:cNvGrpSpPr/>
            <p:nvPr/>
          </p:nvGrpSpPr>
          <p:grpSpPr>
            <a:xfrm>
              <a:off x="9315448" y="1056211"/>
              <a:ext cx="1941830" cy="4107236"/>
              <a:chOff x="4611370" y="659971"/>
              <a:chExt cx="1941830" cy="4107236"/>
            </a:xfrm>
          </p:grpSpPr>
          <p:sp>
            <p:nvSpPr>
              <p:cNvPr id="59" name="Flowchart: Off-page Connector 58">
                <a:extLst>
                  <a:ext uri="{FF2B5EF4-FFF2-40B4-BE49-F238E27FC236}">
                    <a16:creationId xmlns:a16="http://schemas.microsoft.com/office/drawing/2014/main" id="{7E0CB166-1128-C73A-9B29-0BE94323855A}"/>
                  </a:ext>
                </a:extLst>
              </p:cNvPr>
              <p:cNvSpPr/>
              <p:nvPr/>
            </p:nvSpPr>
            <p:spPr>
              <a:xfrm>
                <a:off x="5867400" y="659971"/>
                <a:ext cx="457200" cy="457200"/>
              </a:xfrm>
              <a:prstGeom prst="flowChartOffpageConnector">
                <a:avLst/>
              </a:prstGeom>
              <a:solidFill>
                <a:srgbClr val="7EB8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C</a:t>
                </a:r>
              </a:p>
            </p:txBody>
          </p:sp>
          <p:sp>
            <p:nvSpPr>
              <p:cNvPr id="60" name="Flowchart: Process 59">
                <a:extLst>
                  <a:ext uri="{FF2B5EF4-FFF2-40B4-BE49-F238E27FC236}">
                    <a16:creationId xmlns:a16="http://schemas.microsoft.com/office/drawing/2014/main" id="{088FDD41-F19F-8DD7-6E69-045BCA90067E}"/>
                  </a:ext>
                </a:extLst>
              </p:cNvPr>
              <p:cNvSpPr/>
              <p:nvPr/>
            </p:nvSpPr>
            <p:spPr>
              <a:xfrm>
                <a:off x="5638800" y="1390427"/>
                <a:ext cx="914400" cy="457200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POWER AUTOMATION</a:t>
                </a:r>
              </a:p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(</a:t>
                </a:r>
                <a:r>
                  <a:rPr lang="en-US" sz="600" i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Notice of Violation)</a:t>
                </a:r>
                <a:endParaRPr lang="en-US" sz="600" dirty="0">
                  <a:solidFill>
                    <a:schemeClr val="tx1"/>
                  </a:solidFill>
                  <a:latin typeface="Trade Gothic LT Std" panose="020B0503020502020204" pitchFamily="34" charset="0"/>
                </a:endParaRPr>
              </a:p>
            </p:txBody>
          </p: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2236C7EC-16C6-40B8-0076-8D7464D42E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1852501"/>
                <a:ext cx="0" cy="274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6F7CDE13-1BDB-5447-F65A-7CD59DA8EB4C}"/>
                  </a:ext>
                </a:extLst>
              </p:cNvPr>
              <p:cNvCxnSpPr/>
              <p:nvPr/>
            </p:nvCxnSpPr>
            <p:spPr>
              <a:xfrm>
                <a:off x="6096000" y="1117171"/>
                <a:ext cx="0" cy="274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918A46E-29A8-D754-DBB9-9ACCEDEF33D8}"/>
                  </a:ext>
                </a:extLst>
              </p:cNvPr>
              <p:cNvGrpSpPr/>
              <p:nvPr/>
            </p:nvGrpSpPr>
            <p:grpSpPr>
              <a:xfrm>
                <a:off x="4611370" y="1053025"/>
                <a:ext cx="1480821" cy="460169"/>
                <a:chOff x="4439919" y="940195"/>
                <a:chExt cx="1480821" cy="460169"/>
              </a:xfrm>
            </p:grpSpPr>
            <p:sp>
              <p:nvSpPr>
                <p:cNvPr id="78" name="Flowchart: Off-page Connector 77">
                  <a:extLst>
                    <a:ext uri="{FF2B5EF4-FFF2-40B4-BE49-F238E27FC236}">
                      <a16:creationId xmlns:a16="http://schemas.microsoft.com/office/drawing/2014/main" id="{E8AEF3ED-508D-FCF1-8775-1B2FB8DCABA3}"/>
                    </a:ext>
                  </a:extLst>
                </p:cNvPr>
                <p:cNvSpPr/>
                <p:nvPr/>
              </p:nvSpPr>
              <p:spPr>
                <a:xfrm>
                  <a:off x="4439919" y="943164"/>
                  <a:ext cx="457200" cy="457200"/>
                </a:xfrm>
                <a:prstGeom prst="flowChartOffpageConnector">
                  <a:avLst/>
                </a:prstGeom>
                <a:solidFill>
                  <a:srgbClr val="F37A8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700" b="1" dirty="0">
                      <a:solidFill>
                        <a:schemeClr val="tx1"/>
                      </a:solidFill>
                      <a:latin typeface="Trade Gothic LT Std" panose="020B0503020502020204" pitchFamily="34" charset="0"/>
                    </a:rPr>
                    <a:t>D</a:t>
                  </a:r>
                </a:p>
              </p:txBody>
            </p:sp>
            <p:sp>
              <p:nvSpPr>
                <p:cNvPr id="79" name="Flowchart: Merge 78">
                  <a:extLst>
                    <a:ext uri="{FF2B5EF4-FFF2-40B4-BE49-F238E27FC236}">
                      <a16:creationId xmlns:a16="http://schemas.microsoft.com/office/drawing/2014/main" id="{D0B0D9E5-CD81-9317-31D4-95B3C97763CA}"/>
                    </a:ext>
                  </a:extLst>
                </p:cNvPr>
                <p:cNvSpPr/>
                <p:nvPr/>
              </p:nvSpPr>
              <p:spPr>
                <a:xfrm>
                  <a:off x="5085079" y="940195"/>
                  <a:ext cx="457200" cy="457200"/>
                </a:xfrm>
                <a:prstGeom prst="flowChartMerg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endParaRPr>
                </a:p>
              </p:txBody>
            </p:sp>
            <p:cxnSp>
              <p:nvCxnSpPr>
                <p:cNvPr id="80" name="Straight Arrow Connector 79">
                  <a:extLst>
                    <a:ext uri="{FF2B5EF4-FFF2-40B4-BE49-F238E27FC236}">
                      <a16:creationId xmlns:a16="http://schemas.microsoft.com/office/drawing/2014/main" id="{C2310737-5839-F989-03BE-97355C826F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034279" y="960557"/>
                  <a:ext cx="0" cy="27432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A9C64D3B-B8DC-5917-F477-DD1480F984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5692140" y="869117"/>
                  <a:ext cx="0" cy="4572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4" name="Flowchart: Process 63">
                <a:extLst>
                  <a:ext uri="{FF2B5EF4-FFF2-40B4-BE49-F238E27FC236}">
                    <a16:creationId xmlns:a16="http://schemas.microsoft.com/office/drawing/2014/main" id="{7240FBCD-5AED-A94C-2727-26E1D2D33014}"/>
                  </a:ext>
                </a:extLst>
              </p:cNvPr>
              <p:cNvSpPr/>
              <p:nvPr/>
            </p:nvSpPr>
            <p:spPr>
              <a:xfrm>
                <a:off x="5638800" y="2120883"/>
                <a:ext cx="914400" cy="457200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CREATE DMCR</a:t>
                </a:r>
              </a:p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(</a:t>
                </a:r>
                <a:r>
                  <a:rPr lang="en-US" sz="600" i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Debit Memorandum Creation Request)</a:t>
                </a:r>
                <a:endParaRPr lang="en-US" sz="600" dirty="0">
                  <a:solidFill>
                    <a:schemeClr val="tx1"/>
                  </a:solidFill>
                  <a:latin typeface="Trade Gothic LT Std" panose="020B0503020502020204" pitchFamily="34" charset="0"/>
                </a:endParaRPr>
              </a:p>
            </p:txBody>
          </p: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24918B57-FC0C-A03E-7A42-50E0E43567DC}"/>
                  </a:ext>
                </a:extLst>
              </p:cNvPr>
              <p:cNvGrpSpPr/>
              <p:nvPr/>
            </p:nvGrpSpPr>
            <p:grpSpPr>
              <a:xfrm>
                <a:off x="5634991" y="2851328"/>
                <a:ext cx="914400" cy="457200"/>
                <a:chOff x="5638800" y="2131695"/>
                <a:chExt cx="914400" cy="457200"/>
              </a:xfrm>
            </p:grpSpPr>
            <p:sp>
              <p:nvSpPr>
                <p:cNvPr id="76" name="Flowchart: Decision 75">
                  <a:extLst>
                    <a:ext uri="{FF2B5EF4-FFF2-40B4-BE49-F238E27FC236}">
                      <a16:creationId xmlns:a16="http://schemas.microsoft.com/office/drawing/2014/main" id="{EAB40194-16E8-EA80-FE88-A34FA6906C41}"/>
                    </a:ext>
                  </a:extLst>
                </p:cNvPr>
                <p:cNvSpPr/>
                <p:nvPr/>
              </p:nvSpPr>
              <p:spPr>
                <a:xfrm>
                  <a:off x="5638800" y="2131695"/>
                  <a:ext cx="914400" cy="457200"/>
                </a:xfrm>
                <a:prstGeom prst="flowChartDecision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 b="1" dirty="0">
                    <a:latin typeface="Trade Gothic LT Std" panose="020B0503020502020204" pitchFamily="34" charset="0"/>
                  </a:endParaRPr>
                </a:p>
              </p:txBody>
            </p: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A499039-0E5C-2E4A-D11E-F2E209B8FAAD}"/>
                    </a:ext>
                  </a:extLst>
                </p:cNvPr>
                <p:cNvSpPr txBox="1"/>
                <p:nvPr/>
              </p:nvSpPr>
              <p:spPr>
                <a:xfrm>
                  <a:off x="5638800" y="2181006"/>
                  <a:ext cx="914400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00" b="1" dirty="0">
                      <a:latin typeface="Trade Gothic LT Std" panose="020B0503020502020204" pitchFamily="34" charset="0"/>
                    </a:rPr>
                    <a:t>DMCR</a:t>
                  </a:r>
                </a:p>
                <a:p>
                  <a:pPr algn="ctr"/>
                  <a:r>
                    <a:rPr lang="en-US" sz="700" b="1" dirty="0">
                      <a:latin typeface="Trade Gothic LT Std" panose="020B0503020502020204" pitchFamily="34" charset="0"/>
                    </a:rPr>
                    <a:t>APPROVED?</a:t>
                  </a:r>
                </a:p>
              </p:txBody>
            </p:sp>
          </p:grp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E9F78E02-E9A3-F2A8-57D5-E214760369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4730" y="3310761"/>
                <a:ext cx="0" cy="274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8EB9577-3C0F-E568-AADA-279B01852308}"/>
                  </a:ext>
                </a:extLst>
              </p:cNvPr>
              <p:cNvSpPr txBox="1"/>
              <p:nvPr/>
            </p:nvSpPr>
            <p:spPr>
              <a:xfrm>
                <a:off x="5347972" y="2882964"/>
                <a:ext cx="34035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00" b="1" i="1" dirty="0">
                    <a:latin typeface="Trade Gothic LT Std" panose="020B0503020502020204" pitchFamily="34" charset="0"/>
                  </a:rPr>
                  <a:t>No</a:t>
                </a:r>
              </a:p>
            </p:txBody>
          </p: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943EFF5E-E59E-6667-4D26-94E7974470C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497831" y="1473144"/>
                <a:ext cx="0" cy="274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F96DD3B-2D4D-184E-F94A-DB1DC7A7EA55}"/>
                  </a:ext>
                </a:extLst>
              </p:cNvPr>
              <p:cNvSpPr txBox="1"/>
              <p:nvPr/>
            </p:nvSpPr>
            <p:spPr>
              <a:xfrm>
                <a:off x="5751832" y="3306189"/>
                <a:ext cx="34035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00" b="1" i="1" dirty="0">
                    <a:latin typeface="Trade Gothic LT Std" panose="020B0503020502020204" pitchFamily="34" charset="0"/>
                  </a:rPr>
                  <a:t>Yes</a:t>
                </a:r>
              </a:p>
            </p:txBody>
          </p:sp>
          <p:sp>
            <p:nvSpPr>
              <p:cNvPr id="70" name="Flowchart: Process 69">
                <a:extLst>
                  <a:ext uri="{FF2B5EF4-FFF2-40B4-BE49-F238E27FC236}">
                    <a16:creationId xmlns:a16="http://schemas.microsoft.com/office/drawing/2014/main" id="{8C632B88-41E6-F2B3-E53C-BEE8D40B3D5A}"/>
                  </a:ext>
                </a:extLst>
              </p:cNvPr>
              <p:cNvSpPr/>
              <p:nvPr/>
            </p:nvSpPr>
            <p:spPr>
              <a:xfrm>
                <a:off x="5634991" y="3581784"/>
                <a:ext cx="914400" cy="457200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VARIANCE CLEARING REQUEST</a:t>
                </a:r>
                <a:endParaRPr lang="en-US" sz="600" dirty="0">
                  <a:solidFill>
                    <a:schemeClr val="tx1"/>
                  </a:solidFill>
                  <a:latin typeface="Trade Gothic LT Std" panose="020B0503020502020204" pitchFamily="34" charset="0"/>
                </a:endParaRPr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BA845D7F-A869-F3B1-BAE6-5B6F514832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2575337"/>
                <a:ext cx="0" cy="274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88758595-BEF9-B8A3-F946-ADE4B16C91F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497831" y="2945859"/>
                <a:ext cx="0" cy="2743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B2F84ED1-B20D-B28D-D810-1B80AFBCD2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3212" y="1607335"/>
                <a:ext cx="0" cy="147218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Flowchart: Off-page Connector 73">
                <a:extLst>
                  <a:ext uri="{FF2B5EF4-FFF2-40B4-BE49-F238E27FC236}">
                    <a16:creationId xmlns:a16="http://schemas.microsoft.com/office/drawing/2014/main" id="{6F0EB213-A3B4-4DE0-C649-7E8827274F25}"/>
                  </a:ext>
                </a:extLst>
              </p:cNvPr>
              <p:cNvSpPr/>
              <p:nvPr/>
            </p:nvSpPr>
            <p:spPr>
              <a:xfrm>
                <a:off x="5867400" y="4310007"/>
                <a:ext cx="457200" cy="457200"/>
              </a:xfrm>
              <a:prstGeom prst="flowChartOffpageConnector">
                <a:avLst/>
              </a:prstGeom>
              <a:solidFill>
                <a:srgbClr val="41CDC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E</a:t>
                </a:r>
              </a:p>
            </p:txBody>
          </p: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BAB27289-B660-29B6-23ED-3CF9DDBB0D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4038984"/>
                <a:ext cx="0" cy="274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9633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21218770-0ECD-57F1-77C2-55825C048D67}"/>
              </a:ext>
            </a:extLst>
          </p:cNvPr>
          <p:cNvSpPr/>
          <p:nvPr/>
        </p:nvSpPr>
        <p:spPr>
          <a:xfrm>
            <a:off x="5638800" y="1391491"/>
            <a:ext cx="914400" cy="457200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IDENTIFIED</a:t>
            </a:r>
          </a:p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MATERIAL VARIANCE</a:t>
            </a:r>
          </a:p>
        </p:txBody>
      </p:sp>
      <p:sp>
        <p:nvSpPr>
          <p:cNvPr id="6" name="Flowchart: Predefined Process 5">
            <a:extLst>
              <a:ext uri="{FF2B5EF4-FFF2-40B4-BE49-F238E27FC236}">
                <a16:creationId xmlns:a16="http://schemas.microsoft.com/office/drawing/2014/main" id="{F0E55E94-654E-E21B-8E46-DB1A168A841D}"/>
              </a:ext>
            </a:extLst>
          </p:cNvPr>
          <p:cNvSpPr/>
          <p:nvPr/>
        </p:nvSpPr>
        <p:spPr>
          <a:xfrm>
            <a:off x="4953000" y="659971"/>
            <a:ext cx="2286000" cy="457200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1" u="sng" dirty="0">
                <a:solidFill>
                  <a:schemeClr val="tx1"/>
                </a:solidFill>
                <a:latin typeface="Trade Gothic LT Std" panose="020B0503020502020204" pitchFamily="34" charset="0"/>
              </a:rPr>
              <a:t>PENALTY AUTOMATION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8991DB8-EEDE-9543-D6D5-BDAC96727AEE}"/>
              </a:ext>
            </a:extLst>
          </p:cNvPr>
          <p:cNvCxnSpPr>
            <a:cxnSpLocks/>
          </p:cNvCxnSpPr>
          <p:nvPr/>
        </p:nvCxnSpPr>
        <p:spPr>
          <a:xfrm>
            <a:off x="6096000" y="1117171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3FB61F3-040D-2EBD-AF2B-E215A0AA1ACC}"/>
              </a:ext>
            </a:extLst>
          </p:cNvPr>
          <p:cNvCxnSpPr>
            <a:cxnSpLocks/>
          </p:cNvCxnSpPr>
          <p:nvPr/>
        </p:nvCxnSpPr>
        <p:spPr>
          <a:xfrm>
            <a:off x="6096000" y="1848691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7405BC4A-3812-F44C-1BD1-47C4EF83E97A}"/>
              </a:ext>
            </a:extLst>
          </p:cNvPr>
          <p:cNvGrpSpPr/>
          <p:nvPr/>
        </p:nvGrpSpPr>
        <p:grpSpPr>
          <a:xfrm>
            <a:off x="5636261" y="3564673"/>
            <a:ext cx="914400" cy="457200"/>
            <a:chOff x="3426461" y="2160174"/>
            <a:chExt cx="914400" cy="457200"/>
          </a:xfrm>
        </p:grpSpPr>
        <p:sp>
          <p:nvSpPr>
            <p:cNvPr id="10" name="Flowchart: Decision 9">
              <a:extLst>
                <a:ext uri="{FF2B5EF4-FFF2-40B4-BE49-F238E27FC236}">
                  <a16:creationId xmlns:a16="http://schemas.microsoft.com/office/drawing/2014/main" id="{904A1AA6-22D1-250C-D6BA-A1910C9FC50D}"/>
                </a:ext>
              </a:extLst>
            </p:cNvPr>
            <p:cNvSpPr/>
            <p:nvPr/>
          </p:nvSpPr>
          <p:spPr>
            <a:xfrm>
              <a:off x="3426461" y="2160174"/>
              <a:ext cx="914400" cy="457200"/>
            </a:xfrm>
            <a:prstGeom prst="flowChartDecis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b="1" dirty="0">
                <a:latin typeface="Trade Gothic LT Std" panose="020B05030205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F2198DC-E320-E604-A145-F0B38437E4A9}"/>
                </a:ext>
              </a:extLst>
            </p:cNvPr>
            <p:cNvSpPr txBox="1"/>
            <p:nvPr/>
          </p:nvSpPr>
          <p:spPr>
            <a:xfrm>
              <a:off x="3426461" y="2234885"/>
              <a:ext cx="91440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dirty="0">
                  <a:latin typeface="Trade Gothic LT Std" panose="020B0503020502020204" pitchFamily="34" charset="0"/>
                </a:rPr>
                <a:t>WITH </a:t>
              </a:r>
            </a:p>
            <a:p>
              <a:pPr algn="ctr"/>
              <a:r>
                <a:rPr lang="en-US" sz="700" b="1" dirty="0">
                  <a:latin typeface="Trade Gothic LT Std" panose="020B0503020502020204" pitchFamily="34" charset="0"/>
                </a:rPr>
                <a:t>BACKJOB?</a:t>
              </a:r>
            </a:p>
          </p:txBody>
        </p:sp>
      </p:grp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07F28137-2CE1-46E8-F96B-3785FF6F2ED9}"/>
              </a:ext>
            </a:extLst>
          </p:cNvPr>
          <p:cNvSpPr/>
          <p:nvPr/>
        </p:nvSpPr>
        <p:spPr>
          <a:xfrm>
            <a:off x="4442463" y="3564673"/>
            <a:ext cx="914400" cy="4572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RESOLVE</a:t>
            </a:r>
          </a:p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BACKJOB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B71A3C-8062-C03C-52E8-642FDE4901FA}"/>
              </a:ext>
            </a:extLst>
          </p:cNvPr>
          <p:cNvCxnSpPr>
            <a:cxnSpLocks/>
          </p:cNvCxnSpPr>
          <p:nvPr/>
        </p:nvCxnSpPr>
        <p:spPr>
          <a:xfrm>
            <a:off x="6093461" y="4021872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Off-page Connector 13">
            <a:extLst>
              <a:ext uri="{FF2B5EF4-FFF2-40B4-BE49-F238E27FC236}">
                <a16:creationId xmlns:a16="http://schemas.microsoft.com/office/drawing/2014/main" id="{35C7434D-F373-B940-5CFE-D1E35762CD5B}"/>
              </a:ext>
            </a:extLst>
          </p:cNvPr>
          <p:cNvSpPr/>
          <p:nvPr/>
        </p:nvSpPr>
        <p:spPr>
          <a:xfrm>
            <a:off x="3708404" y="3561244"/>
            <a:ext cx="457200" cy="457200"/>
          </a:xfrm>
          <a:prstGeom prst="flowChartOffpage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1C3E63-B797-1A7B-C9DD-D91112E0FD68}"/>
              </a:ext>
            </a:extLst>
          </p:cNvPr>
          <p:cNvSpPr txBox="1"/>
          <p:nvPr/>
        </p:nvSpPr>
        <p:spPr>
          <a:xfrm>
            <a:off x="5356863" y="3595219"/>
            <a:ext cx="34035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i="1" dirty="0">
                <a:latin typeface="Trade Gothic LT Std" panose="020B0503020502020204" pitchFamily="34" charset="0"/>
              </a:rPr>
              <a:t>Yes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2421FD-86A5-48C7-16CB-ADFAD410D9C8}"/>
              </a:ext>
            </a:extLst>
          </p:cNvPr>
          <p:cNvCxnSpPr>
            <a:cxnSpLocks/>
          </p:cNvCxnSpPr>
          <p:nvPr/>
        </p:nvCxnSpPr>
        <p:spPr>
          <a:xfrm rot="5400000">
            <a:off x="5496562" y="3656112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BAE8CA-2EB5-18AE-B5D7-B483259CEF32}"/>
              </a:ext>
            </a:extLst>
          </p:cNvPr>
          <p:cNvCxnSpPr>
            <a:cxnSpLocks/>
          </p:cNvCxnSpPr>
          <p:nvPr/>
        </p:nvCxnSpPr>
        <p:spPr>
          <a:xfrm rot="5400000">
            <a:off x="4300857" y="3656872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071B2EC-C085-B652-66BE-EA089C59AE8E}"/>
              </a:ext>
            </a:extLst>
          </p:cNvPr>
          <p:cNvSpPr txBox="1"/>
          <p:nvPr/>
        </p:nvSpPr>
        <p:spPr>
          <a:xfrm>
            <a:off x="5750563" y="4017300"/>
            <a:ext cx="34035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i="1" dirty="0">
                <a:latin typeface="Trade Gothic LT Std" panose="020B0503020502020204" pitchFamily="34" charset="0"/>
              </a:rPr>
              <a:t>No</a:t>
            </a:r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4DE5C77D-DA05-D631-B1F7-00C8022098FD}"/>
              </a:ext>
            </a:extLst>
          </p:cNvPr>
          <p:cNvSpPr/>
          <p:nvPr/>
        </p:nvSpPr>
        <p:spPr>
          <a:xfrm>
            <a:off x="5638800" y="2127276"/>
            <a:ext cx="914400" cy="4572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DECLARE RETURN/S</a:t>
            </a:r>
            <a:endParaRPr lang="en-US" sz="700" dirty="0">
              <a:solidFill>
                <a:schemeClr val="tx1"/>
              </a:solidFill>
              <a:latin typeface="Trade Gothic LT Std" panose="020B0503020502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074890-2346-69A6-E048-379E3DE32336}"/>
              </a:ext>
            </a:extLst>
          </p:cNvPr>
          <p:cNvCxnSpPr>
            <a:cxnSpLocks/>
          </p:cNvCxnSpPr>
          <p:nvPr/>
        </p:nvCxnSpPr>
        <p:spPr>
          <a:xfrm>
            <a:off x="6096000" y="2586085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lowchart: Off-page Connector 20">
            <a:extLst>
              <a:ext uri="{FF2B5EF4-FFF2-40B4-BE49-F238E27FC236}">
                <a16:creationId xmlns:a16="http://schemas.microsoft.com/office/drawing/2014/main" id="{679D9913-839B-BE3D-34CC-07C5CB07226D}"/>
              </a:ext>
            </a:extLst>
          </p:cNvPr>
          <p:cNvSpPr/>
          <p:nvPr/>
        </p:nvSpPr>
        <p:spPr>
          <a:xfrm>
            <a:off x="5864861" y="4296192"/>
            <a:ext cx="457200" cy="457200"/>
          </a:xfrm>
          <a:prstGeom prst="flowChartOffpage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B</a:t>
            </a:r>
          </a:p>
        </p:txBody>
      </p:sp>
      <p:sp>
        <p:nvSpPr>
          <p:cNvPr id="24" name="Flowchart: Document 23">
            <a:extLst>
              <a:ext uri="{FF2B5EF4-FFF2-40B4-BE49-F238E27FC236}">
                <a16:creationId xmlns:a16="http://schemas.microsoft.com/office/drawing/2014/main" id="{76CBEF30-BA47-F01B-0A4C-E08ED1CD04C4}"/>
              </a:ext>
            </a:extLst>
          </p:cNvPr>
          <p:cNvSpPr/>
          <p:nvPr/>
        </p:nvSpPr>
        <p:spPr>
          <a:xfrm>
            <a:off x="5636261" y="2858795"/>
            <a:ext cx="914400" cy="457200"/>
          </a:xfrm>
          <a:prstGeom prst="flowChartDocumen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VARIANCE MONITORING</a:t>
            </a:r>
            <a:endParaRPr lang="en-US" sz="700" dirty="0">
              <a:solidFill>
                <a:schemeClr val="tx1"/>
              </a:solidFill>
              <a:latin typeface="Trade Gothic LT Std" panose="020B050302050202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02FBCF8-96EE-A51F-761C-7997F39DF161}"/>
              </a:ext>
            </a:extLst>
          </p:cNvPr>
          <p:cNvCxnSpPr>
            <a:cxnSpLocks/>
          </p:cNvCxnSpPr>
          <p:nvPr/>
        </p:nvCxnSpPr>
        <p:spPr>
          <a:xfrm>
            <a:off x="6096000" y="3291840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Off-page Connector 28">
            <a:extLst>
              <a:ext uri="{FF2B5EF4-FFF2-40B4-BE49-F238E27FC236}">
                <a16:creationId xmlns:a16="http://schemas.microsoft.com/office/drawing/2014/main" id="{E72D1CDF-35AF-21F6-09D2-E65BC177CE27}"/>
              </a:ext>
            </a:extLst>
          </p:cNvPr>
          <p:cNvSpPr/>
          <p:nvPr/>
        </p:nvSpPr>
        <p:spPr>
          <a:xfrm>
            <a:off x="4901570" y="2858796"/>
            <a:ext cx="457200" cy="457200"/>
          </a:xfrm>
          <a:prstGeom prst="flowChartOffpage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D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DB9B7E1-83C5-DB60-308D-1B892891DA3E}"/>
              </a:ext>
            </a:extLst>
          </p:cNvPr>
          <p:cNvCxnSpPr>
            <a:cxnSpLocks/>
          </p:cNvCxnSpPr>
          <p:nvPr/>
        </p:nvCxnSpPr>
        <p:spPr>
          <a:xfrm rot="5400000">
            <a:off x="5494023" y="2954424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640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9409FCA6-7EA9-98AD-1B08-8171A3DB9CC8}"/>
              </a:ext>
            </a:extLst>
          </p:cNvPr>
          <p:cNvGrpSpPr/>
          <p:nvPr/>
        </p:nvGrpSpPr>
        <p:grpSpPr>
          <a:xfrm>
            <a:off x="4437381" y="659971"/>
            <a:ext cx="3584573" cy="4122121"/>
            <a:chOff x="4437381" y="659971"/>
            <a:chExt cx="3584573" cy="4122121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8991DB8-EEDE-9543-D6D5-BDAC96727AEE}"/>
                </a:ext>
              </a:extLst>
            </p:cNvPr>
            <p:cNvCxnSpPr/>
            <p:nvPr/>
          </p:nvCxnSpPr>
          <p:spPr>
            <a:xfrm>
              <a:off x="6096000" y="1117171"/>
              <a:ext cx="0" cy="2743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AF3E798-36D7-B19F-F2D6-2F68D91EF356}"/>
                </a:ext>
              </a:extLst>
            </p:cNvPr>
            <p:cNvGrpSpPr/>
            <p:nvPr/>
          </p:nvGrpSpPr>
          <p:grpSpPr>
            <a:xfrm>
              <a:off x="5638800" y="2131695"/>
              <a:ext cx="914400" cy="457200"/>
              <a:chOff x="5638800" y="2131695"/>
              <a:chExt cx="914400" cy="457200"/>
            </a:xfrm>
          </p:grpSpPr>
          <p:sp>
            <p:nvSpPr>
              <p:cNvPr id="10" name="Flowchart: Decision 9">
                <a:extLst>
                  <a:ext uri="{FF2B5EF4-FFF2-40B4-BE49-F238E27FC236}">
                    <a16:creationId xmlns:a16="http://schemas.microsoft.com/office/drawing/2014/main" id="{904A1AA6-22D1-250C-D6BA-A1910C9FC50D}"/>
                  </a:ext>
                </a:extLst>
              </p:cNvPr>
              <p:cNvSpPr/>
              <p:nvPr/>
            </p:nvSpPr>
            <p:spPr>
              <a:xfrm>
                <a:off x="5638800" y="2131695"/>
                <a:ext cx="914400" cy="457200"/>
              </a:xfrm>
              <a:prstGeom prst="flowChartDecision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b="1" dirty="0">
                  <a:latin typeface="Trade Gothic LT Std" panose="020B0503020502020204" pitchFamily="34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2198DC-E320-E604-A145-F0B38437E4A9}"/>
                  </a:ext>
                </a:extLst>
              </p:cNvPr>
              <p:cNvSpPr txBox="1"/>
              <p:nvPr/>
            </p:nvSpPr>
            <p:spPr>
              <a:xfrm>
                <a:off x="5638800" y="2181006"/>
                <a:ext cx="91440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00" b="1" dirty="0">
                    <a:latin typeface="Trade Gothic LT Std" panose="020B0503020502020204" pitchFamily="34" charset="0"/>
                  </a:rPr>
                  <a:t>WITH </a:t>
                </a:r>
              </a:p>
              <a:p>
                <a:pPr algn="ctr"/>
                <a:r>
                  <a:rPr lang="en-US" sz="700" b="1" dirty="0">
                    <a:latin typeface="Trade Gothic LT Std" panose="020B0503020502020204" pitchFamily="34" charset="0"/>
                  </a:rPr>
                  <a:t>COMMITMENT?</a:t>
                </a:r>
              </a:p>
            </p:txBody>
          </p:sp>
        </p:grpSp>
        <p:sp>
          <p:nvSpPr>
            <p:cNvPr id="12" name="Flowchart: Process 11">
              <a:extLst>
                <a:ext uri="{FF2B5EF4-FFF2-40B4-BE49-F238E27FC236}">
                  <a16:creationId xmlns:a16="http://schemas.microsoft.com/office/drawing/2014/main" id="{07F28137-2CE1-46E8-F96B-3785FF6F2ED9}"/>
                </a:ext>
              </a:extLst>
            </p:cNvPr>
            <p:cNvSpPr/>
            <p:nvPr/>
          </p:nvSpPr>
          <p:spPr>
            <a:xfrm>
              <a:off x="4437381" y="2132785"/>
              <a:ext cx="914400" cy="457200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Trade Gothic LT Std" panose="020B0503020502020204" pitchFamily="34" charset="0"/>
                </a:rPr>
                <a:t>RESOLVE</a:t>
              </a:r>
            </a:p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Trade Gothic LT Std" panose="020B0503020502020204" pitchFamily="34" charset="0"/>
                </a:rPr>
                <a:t>VARIANCE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0B71A3C-8062-C03C-52E8-642FDE4901FA}"/>
                </a:ext>
              </a:extLst>
            </p:cNvPr>
            <p:cNvCxnSpPr>
              <a:cxnSpLocks/>
            </p:cNvCxnSpPr>
            <p:nvPr/>
          </p:nvCxnSpPr>
          <p:spPr>
            <a:xfrm>
              <a:off x="6098539" y="2591128"/>
              <a:ext cx="0" cy="2743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lowchart: Off-page Connector 13">
              <a:extLst>
                <a:ext uri="{FF2B5EF4-FFF2-40B4-BE49-F238E27FC236}">
                  <a16:creationId xmlns:a16="http://schemas.microsoft.com/office/drawing/2014/main" id="{35C7434D-F373-B940-5CFE-D1E35762CD5B}"/>
                </a:ext>
              </a:extLst>
            </p:cNvPr>
            <p:cNvSpPr/>
            <p:nvPr/>
          </p:nvSpPr>
          <p:spPr>
            <a:xfrm>
              <a:off x="4900931" y="3599533"/>
              <a:ext cx="457200" cy="457200"/>
            </a:xfrm>
            <a:prstGeom prst="flowChartOffpage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Trade Gothic LT Std" panose="020B0503020502020204" pitchFamily="34" charset="0"/>
                </a:rPr>
                <a:t>C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A1C3E63-B797-1A7B-C9DD-D91112E0FD68}"/>
                </a:ext>
              </a:extLst>
            </p:cNvPr>
            <p:cNvSpPr txBox="1"/>
            <p:nvPr/>
          </p:nvSpPr>
          <p:spPr>
            <a:xfrm>
              <a:off x="5351781" y="2163331"/>
              <a:ext cx="3403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i="1" dirty="0">
                  <a:latin typeface="Trade Gothic LT Std" panose="020B0503020502020204" pitchFamily="34" charset="0"/>
                </a:rPr>
                <a:t>Yes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02421FD-86A5-48C7-16CB-ADFAD410D9C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491480" y="2224224"/>
              <a:ext cx="0" cy="2743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071B2EC-C085-B652-66BE-EA089C59AE8E}"/>
                </a:ext>
              </a:extLst>
            </p:cNvPr>
            <p:cNvSpPr txBox="1"/>
            <p:nvPr/>
          </p:nvSpPr>
          <p:spPr>
            <a:xfrm>
              <a:off x="5755641" y="2586556"/>
              <a:ext cx="3403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i="1" dirty="0">
                  <a:latin typeface="Trade Gothic LT Std" panose="020B0503020502020204" pitchFamily="34" charset="0"/>
                </a:rPr>
                <a:t>No</a:t>
              </a:r>
            </a:p>
          </p:txBody>
        </p:sp>
        <p:sp>
          <p:nvSpPr>
            <p:cNvPr id="21" name="Flowchart: Off-page Connector 20">
              <a:extLst>
                <a:ext uri="{FF2B5EF4-FFF2-40B4-BE49-F238E27FC236}">
                  <a16:creationId xmlns:a16="http://schemas.microsoft.com/office/drawing/2014/main" id="{679D9913-839B-BE3D-34CC-07C5CB07226D}"/>
                </a:ext>
              </a:extLst>
            </p:cNvPr>
            <p:cNvSpPr/>
            <p:nvPr/>
          </p:nvSpPr>
          <p:spPr>
            <a:xfrm>
              <a:off x="5867400" y="659971"/>
              <a:ext cx="457200" cy="457200"/>
            </a:xfrm>
            <a:prstGeom prst="flowChartOffpage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Trade Gothic LT Std" panose="020B0503020502020204" pitchFamily="34" charset="0"/>
                </a:rPr>
                <a:t>B</a:t>
              </a:r>
            </a:p>
          </p:txBody>
        </p:sp>
        <p:sp>
          <p:nvSpPr>
            <p:cNvPr id="3" name="Flowchart: Process 2">
              <a:extLst>
                <a:ext uri="{FF2B5EF4-FFF2-40B4-BE49-F238E27FC236}">
                  <a16:creationId xmlns:a16="http://schemas.microsoft.com/office/drawing/2014/main" id="{B3BA440A-0DF4-9F7D-C2B2-09CC77553261}"/>
                </a:ext>
              </a:extLst>
            </p:cNvPr>
            <p:cNvSpPr/>
            <p:nvPr/>
          </p:nvSpPr>
          <p:spPr>
            <a:xfrm>
              <a:off x="5638800" y="1390427"/>
              <a:ext cx="914400" cy="457200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Trade Gothic LT Std" panose="020B0503020502020204" pitchFamily="34" charset="0"/>
                </a:rPr>
                <a:t>CREATE NTC</a:t>
              </a:r>
            </a:p>
            <a:p>
              <a:pPr algn="ctr"/>
              <a:r>
                <a:rPr lang="en-US" sz="600" dirty="0">
                  <a:solidFill>
                    <a:schemeClr val="tx1"/>
                  </a:solidFill>
                  <a:latin typeface="Trade Gothic LT Std" panose="020B0503020502020204" pitchFamily="34" charset="0"/>
                </a:rPr>
                <a:t>(</a:t>
              </a:r>
              <a:r>
                <a:rPr lang="en-US" sz="600" i="1" dirty="0">
                  <a:solidFill>
                    <a:schemeClr val="tx1"/>
                  </a:solidFill>
                  <a:latin typeface="Trade Gothic LT Std" panose="020B0503020502020204" pitchFamily="34" charset="0"/>
                </a:rPr>
                <a:t>Notice to Contractor)</a:t>
              </a:r>
              <a:endParaRPr lang="en-US" sz="600" dirty="0">
                <a:solidFill>
                  <a:schemeClr val="tx1"/>
                </a:solidFill>
                <a:latin typeface="Trade Gothic LT Std" panose="020B0503020502020204" pitchFamily="34" charset="0"/>
              </a:endParaRP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B1C2B37A-188B-3CF8-AB14-81DBCC8D02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1852501"/>
              <a:ext cx="0" cy="2743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Flowchart: Delay 5">
              <a:extLst>
                <a:ext uri="{FF2B5EF4-FFF2-40B4-BE49-F238E27FC236}">
                  <a16:creationId xmlns:a16="http://schemas.microsoft.com/office/drawing/2014/main" id="{B603854D-2FC7-A9AD-672E-CF28EE42E586}"/>
                </a:ext>
              </a:extLst>
            </p:cNvPr>
            <p:cNvSpPr/>
            <p:nvPr/>
          </p:nvSpPr>
          <p:spPr>
            <a:xfrm>
              <a:off x="5638800" y="2865448"/>
              <a:ext cx="914400" cy="457200"/>
            </a:xfrm>
            <a:prstGeom prst="flowChartDelay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Trade Gothic LT Std" panose="020B0503020502020204" pitchFamily="34" charset="0"/>
                </a:rPr>
                <a:t>10 DAYS DEADLINE</a:t>
              </a:r>
            </a:p>
          </p:txBody>
        </p:sp>
        <p:sp>
          <p:nvSpPr>
            <p:cNvPr id="9" name="Flowchart: Terminator 8">
              <a:extLst>
                <a:ext uri="{FF2B5EF4-FFF2-40B4-BE49-F238E27FC236}">
                  <a16:creationId xmlns:a16="http://schemas.microsoft.com/office/drawing/2014/main" id="{337424B1-4125-3B31-37E0-EF479B5D2AB0}"/>
                </a:ext>
              </a:extLst>
            </p:cNvPr>
            <p:cNvSpPr/>
            <p:nvPr/>
          </p:nvSpPr>
          <p:spPr>
            <a:xfrm>
              <a:off x="5641339" y="4324892"/>
              <a:ext cx="914400" cy="457200"/>
            </a:xfrm>
            <a:prstGeom prst="flowChartTermina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Trade Gothic LT Std" panose="020B0503020502020204" pitchFamily="34" charset="0"/>
                </a:rPr>
                <a:t>WO CLOSING</a:t>
              </a:r>
              <a:endParaRPr lang="en-US" sz="600" dirty="0">
                <a:solidFill>
                  <a:schemeClr val="tx1"/>
                </a:solidFill>
                <a:latin typeface="Trade Gothic LT Std" panose="020B0503020502020204" pitchFamily="34" charset="0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30409B4-90D3-5AC4-97A4-52ECBEB5610B}"/>
                </a:ext>
              </a:extLst>
            </p:cNvPr>
            <p:cNvGrpSpPr/>
            <p:nvPr/>
          </p:nvGrpSpPr>
          <p:grpSpPr>
            <a:xfrm>
              <a:off x="5638800" y="3596968"/>
              <a:ext cx="916305" cy="457200"/>
              <a:chOff x="5636895" y="2131695"/>
              <a:chExt cx="916305" cy="457200"/>
            </a:xfrm>
          </p:grpSpPr>
          <p:sp>
            <p:nvSpPr>
              <p:cNvPr id="32" name="Flowchart: Decision 31">
                <a:extLst>
                  <a:ext uri="{FF2B5EF4-FFF2-40B4-BE49-F238E27FC236}">
                    <a16:creationId xmlns:a16="http://schemas.microsoft.com/office/drawing/2014/main" id="{4AFC7196-0080-5C12-0ADD-4936EB6D201E}"/>
                  </a:ext>
                </a:extLst>
              </p:cNvPr>
              <p:cNvSpPr/>
              <p:nvPr/>
            </p:nvSpPr>
            <p:spPr>
              <a:xfrm>
                <a:off x="5638800" y="2131695"/>
                <a:ext cx="914400" cy="457200"/>
              </a:xfrm>
              <a:prstGeom prst="flowChartDecision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b="1" dirty="0">
                  <a:latin typeface="Trade Gothic LT Std" panose="020B0503020502020204" pitchFamily="34" charset="0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8FD9AFF-9230-66AF-D464-AE99F4AA8888}"/>
                  </a:ext>
                </a:extLst>
              </p:cNvPr>
              <p:cNvSpPr txBox="1"/>
              <p:nvPr/>
            </p:nvSpPr>
            <p:spPr>
              <a:xfrm>
                <a:off x="5636895" y="2199942"/>
                <a:ext cx="91440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00" b="1" dirty="0">
                    <a:latin typeface="Trade Gothic LT Std" panose="020B0503020502020204" pitchFamily="34" charset="0"/>
                  </a:rPr>
                  <a:t>VARIANCE</a:t>
                </a:r>
              </a:p>
              <a:p>
                <a:pPr algn="ctr"/>
                <a:r>
                  <a:rPr lang="en-US" sz="700" b="1" dirty="0">
                    <a:latin typeface="Trade Gothic LT Std" panose="020B0503020502020204" pitchFamily="34" charset="0"/>
                  </a:rPr>
                  <a:t>RESOLVED?</a:t>
                </a:r>
              </a:p>
            </p:txBody>
          </p:sp>
        </p:grp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952A051-2FF1-DA8C-623E-54F3EF1E374F}"/>
                </a:ext>
              </a:extLst>
            </p:cNvPr>
            <p:cNvCxnSpPr>
              <a:cxnSpLocks/>
            </p:cNvCxnSpPr>
            <p:nvPr/>
          </p:nvCxnSpPr>
          <p:spPr>
            <a:xfrm>
              <a:off x="6100444" y="4056401"/>
              <a:ext cx="0" cy="2743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F8A71F7-FDB4-D815-04FE-51D5FBC1943F}"/>
                </a:ext>
              </a:extLst>
            </p:cNvPr>
            <p:cNvSpPr txBox="1"/>
            <p:nvPr/>
          </p:nvSpPr>
          <p:spPr>
            <a:xfrm>
              <a:off x="5353686" y="3628604"/>
              <a:ext cx="3403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i="1" dirty="0">
                  <a:latin typeface="Trade Gothic LT Std" panose="020B0503020502020204" pitchFamily="34" charset="0"/>
                </a:rPr>
                <a:t>No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C6160AE-BBF9-FB34-7922-CED7871EE10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493385" y="3689497"/>
              <a:ext cx="0" cy="2743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6B6278A-F435-C832-D3BC-9BDC06BF580B}"/>
                </a:ext>
              </a:extLst>
            </p:cNvPr>
            <p:cNvSpPr txBox="1"/>
            <p:nvPr/>
          </p:nvSpPr>
          <p:spPr>
            <a:xfrm>
              <a:off x="5757546" y="4051829"/>
              <a:ext cx="3403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i="1" dirty="0">
                  <a:latin typeface="Trade Gothic LT Std" panose="020B0503020502020204" pitchFamily="34" charset="0"/>
                </a:rPr>
                <a:t>Yes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66633DCC-FE0D-3535-A35B-614EFE440EBA}"/>
                </a:ext>
              </a:extLst>
            </p:cNvPr>
            <p:cNvCxnSpPr>
              <a:cxnSpLocks/>
            </p:cNvCxnSpPr>
            <p:nvPr/>
          </p:nvCxnSpPr>
          <p:spPr>
            <a:xfrm>
              <a:off x="6097905" y="3317774"/>
              <a:ext cx="0" cy="2743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60AE0B7-9398-8928-1EF9-A3CBACE15EE2}"/>
                </a:ext>
              </a:extLst>
            </p:cNvPr>
            <p:cNvCxnSpPr>
              <a:cxnSpLocks/>
            </p:cNvCxnSpPr>
            <p:nvPr/>
          </p:nvCxnSpPr>
          <p:spPr>
            <a:xfrm>
              <a:off x="4897120" y="2593159"/>
              <a:ext cx="0" cy="2743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Flowchart: Delay 39">
              <a:extLst>
                <a:ext uri="{FF2B5EF4-FFF2-40B4-BE49-F238E27FC236}">
                  <a16:creationId xmlns:a16="http://schemas.microsoft.com/office/drawing/2014/main" id="{119DD1B6-0CAC-D50D-F677-62B0D69C9401}"/>
                </a:ext>
              </a:extLst>
            </p:cNvPr>
            <p:cNvSpPr/>
            <p:nvPr/>
          </p:nvSpPr>
          <p:spPr>
            <a:xfrm>
              <a:off x="4437381" y="2867479"/>
              <a:ext cx="914400" cy="457200"/>
            </a:xfrm>
            <a:prstGeom prst="flowChartDelay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Trade Gothic LT Std" panose="020B0503020502020204" pitchFamily="34" charset="0"/>
                </a:rPr>
                <a:t>COMMITMENT DATE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E4FA60D-8A3B-98A7-4764-535484F6C253}"/>
                </a:ext>
              </a:extLst>
            </p:cNvPr>
            <p:cNvCxnSpPr/>
            <p:nvPr/>
          </p:nvCxnSpPr>
          <p:spPr>
            <a:xfrm>
              <a:off x="4897120" y="3329763"/>
              <a:ext cx="0" cy="1005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11EF983-5B2B-11C6-1ABE-C4C8EEA62F0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497068" y="2830068"/>
              <a:ext cx="0" cy="11978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Flowchart: Off-page Connector 46">
              <a:extLst>
                <a:ext uri="{FF2B5EF4-FFF2-40B4-BE49-F238E27FC236}">
                  <a16:creationId xmlns:a16="http://schemas.microsoft.com/office/drawing/2014/main" id="{91DC25F5-8646-3F16-2F06-E387A47ADD61}"/>
                </a:ext>
              </a:extLst>
            </p:cNvPr>
            <p:cNvSpPr/>
            <p:nvPr/>
          </p:nvSpPr>
          <p:spPr>
            <a:xfrm>
              <a:off x="6827520" y="2866945"/>
              <a:ext cx="457200" cy="457200"/>
            </a:xfrm>
            <a:prstGeom prst="flowChartOffpage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Trade Gothic LT Std" panose="020B0503020502020204" pitchFamily="34" charset="0"/>
                </a:rPr>
                <a:t>E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1A2C7787-CC64-58AF-D949-507DBB33718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690360" y="3689518"/>
              <a:ext cx="0" cy="2743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Flowchart: Summing Junction 49">
              <a:extLst>
                <a:ext uri="{FF2B5EF4-FFF2-40B4-BE49-F238E27FC236}">
                  <a16:creationId xmlns:a16="http://schemas.microsoft.com/office/drawing/2014/main" id="{671ABB6E-25FF-6A65-0ABA-385499E3F0DA}"/>
                </a:ext>
              </a:extLst>
            </p:cNvPr>
            <p:cNvSpPr/>
            <p:nvPr/>
          </p:nvSpPr>
          <p:spPr>
            <a:xfrm>
              <a:off x="6827520" y="3599533"/>
              <a:ext cx="457200" cy="457200"/>
            </a:xfrm>
            <a:prstGeom prst="flowChartSummingJunctio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8AEA4DAA-18BB-2291-08E6-C8E7CC290075}"/>
                </a:ext>
              </a:extLst>
            </p:cNvPr>
            <p:cNvCxnSpPr>
              <a:cxnSpLocks/>
            </p:cNvCxnSpPr>
            <p:nvPr/>
          </p:nvCxnSpPr>
          <p:spPr>
            <a:xfrm>
              <a:off x="7054215" y="3324679"/>
              <a:ext cx="0" cy="2743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849EC2A1-DC19-3CEE-9F93-259FE5B08F5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429500" y="3688408"/>
              <a:ext cx="0" cy="2743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Flowchart: Off-page Connector 53">
              <a:extLst>
                <a:ext uri="{FF2B5EF4-FFF2-40B4-BE49-F238E27FC236}">
                  <a16:creationId xmlns:a16="http://schemas.microsoft.com/office/drawing/2014/main" id="{4811C004-1B29-DB80-88BA-AB4E2DDE5060}"/>
                </a:ext>
              </a:extLst>
            </p:cNvPr>
            <p:cNvSpPr/>
            <p:nvPr/>
          </p:nvSpPr>
          <p:spPr>
            <a:xfrm>
              <a:off x="7564754" y="3601921"/>
              <a:ext cx="457200" cy="457200"/>
            </a:xfrm>
            <a:prstGeom prst="flowChartOffpage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Trade Gothic LT Std" panose="020B0503020502020204" pitchFamily="34" charset="0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7021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0AF3E798-36D7-B19F-F2D6-2F68D91EF356}"/>
              </a:ext>
            </a:extLst>
          </p:cNvPr>
          <p:cNvGrpSpPr/>
          <p:nvPr/>
        </p:nvGrpSpPr>
        <p:grpSpPr>
          <a:xfrm>
            <a:off x="9936480" y="1467231"/>
            <a:ext cx="914400" cy="457200"/>
            <a:chOff x="5638800" y="2131695"/>
            <a:chExt cx="914400" cy="457200"/>
          </a:xfrm>
        </p:grpSpPr>
        <p:sp>
          <p:nvSpPr>
            <p:cNvPr id="10" name="Flowchart: Decision 9">
              <a:extLst>
                <a:ext uri="{FF2B5EF4-FFF2-40B4-BE49-F238E27FC236}">
                  <a16:creationId xmlns:a16="http://schemas.microsoft.com/office/drawing/2014/main" id="{904A1AA6-22D1-250C-D6BA-A1910C9FC50D}"/>
                </a:ext>
              </a:extLst>
            </p:cNvPr>
            <p:cNvSpPr/>
            <p:nvPr/>
          </p:nvSpPr>
          <p:spPr>
            <a:xfrm>
              <a:off x="5638800" y="2131695"/>
              <a:ext cx="914400" cy="457200"/>
            </a:xfrm>
            <a:prstGeom prst="flowChartDecis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b="1" dirty="0">
                <a:latin typeface="Trade Gothic LT Std" panose="020B05030205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F2198DC-E320-E604-A145-F0B38437E4A9}"/>
                </a:ext>
              </a:extLst>
            </p:cNvPr>
            <p:cNvSpPr txBox="1"/>
            <p:nvPr/>
          </p:nvSpPr>
          <p:spPr>
            <a:xfrm>
              <a:off x="5638800" y="2181006"/>
              <a:ext cx="91440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dirty="0">
                  <a:latin typeface="Trade Gothic LT Std" panose="020B0503020502020204" pitchFamily="34" charset="0"/>
                </a:rPr>
                <a:t>WITH </a:t>
              </a:r>
            </a:p>
            <a:p>
              <a:pPr algn="ctr"/>
              <a:r>
                <a:rPr lang="en-US" sz="700" b="1" dirty="0">
                  <a:latin typeface="Trade Gothic LT Std" panose="020B0503020502020204" pitchFamily="34" charset="0"/>
                </a:rPr>
                <a:t>COMMITMENT?</a:t>
              </a:r>
            </a:p>
          </p:txBody>
        </p:sp>
      </p:grp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07F28137-2CE1-46E8-F96B-3785FF6F2ED9}"/>
              </a:ext>
            </a:extLst>
          </p:cNvPr>
          <p:cNvSpPr/>
          <p:nvPr/>
        </p:nvSpPr>
        <p:spPr>
          <a:xfrm>
            <a:off x="8735061" y="1468321"/>
            <a:ext cx="914400" cy="4572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RESOLVE</a:t>
            </a:r>
          </a:p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VARIANCE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B71A3C-8062-C03C-52E8-642FDE4901FA}"/>
              </a:ext>
            </a:extLst>
          </p:cNvPr>
          <p:cNvCxnSpPr>
            <a:cxnSpLocks/>
          </p:cNvCxnSpPr>
          <p:nvPr/>
        </p:nvCxnSpPr>
        <p:spPr>
          <a:xfrm>
            <a:off x="10396219" y="1926664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Off-page Connector 13">
            <a:extLst>
              <a:ext uri="{FF2B5EF4-FFF2-40B4-BE49-F238E27FC236}">
                <a16:creationId xmlns:a16="http://schemas.microsoft.com/office/drawing/2014/main" id="{35C7434D-F373-B940-5CFE-D1E35762CD5B}"/>
              </a:ext>
            </a:extLst>
          </p:cNvPr>
          <p:cNvSpPr/>
          <p:nvPr/>
        </p:nvSpPr>
        <p:spPr>
          <a:xfrm>
            <a:off x="7988304" y="2929405"/>
            <a:ext cx="457200" cy="457200"/>
          </a:xfrm>
          <a:prstGeom prst="flowChartOffpage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1C3E63-B797-1A7B-C9DD-D91112E0FD68}"/>
              </a:ext>
            </a:extLst>
          </p:cNvPr>
          <p:cNvSpPr txBox="1"/>
          <p:nvPr/>
        </p:nvSpPr>
        <p:spPr>
          <a:xfrm>
            <a:off x="9649461" y="1498867"/>
            <a:ext cx="34035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i="1" dirty="0">
                <a:latin typeface="Trade Gothic LT Std" panose="020B0503020502020204" pitchFamily="34" charset="0"/>
              </a:rPr>
              <a:t>Yes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2421FD-86A5-48C7-16CB-ADFAD410D9C8}"/>
              </a:ext>
            </a:extLst>
          </p:cNvPr>
          <p:cNvCxnSpPr>
            <a:cxnSpLocks/>
          </p:cNvCxnSpPr>
          <p:nvPr/>
        </p:nvCxnSpPr>
        <p:spPr>
          <a:xfrm rot="5400000">
            <a:off x="9789160" y="1559760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BAE8CA-2EB5-18AE-B5D7-B483259CEF32}"/>
              </a:ext>
            </a:extLst>
          </p:cNvPr>
          <p:cNvCxnSpPr>
            <a:cxnSpLocks/>
          </p:cNvCxnSpPr>
          <p:nvPr/>
        </p:nvCxnSpPr>
        <p:spPr>
          <a:xfrm rot="5400000">
            <a:off x="8580757" y="3025033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071B2EC-C085-B652-66BE-EA089C59AE8E}"/>
              </a:ext>
            </a:extLst>
          </p:cNvPr>
          <p:cNvSpPr txBox="1"/>
          <p:nvPr/>
        </p:nvSpPr>
        <p:spPr>
          <a:xfrm>
            <a:off x="10053321" y="1922092"/>
            <a:ext cx="34035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i="1" dirty="0">
                <a:latin typeface="Trade Gothic LT Std" panose="020B0503020502020204" pitchFamily="34" charset="0"/>
              </a:rPr>
              <a:t>No</a:t>
            </a:r>
          </a:p>
        </p:txBody>
      </p:sp>
      <p:sp>
        <p:nvSpPr>
          <p:cNvPr id="6" name="Flowchart: Delay 5">
            <a:extLst>
              <a:ext uri="{FF2B5EF4-FFF2-40B4-BE49-F238E27FC236}">
                <a16:creationId xmlns:a16="http://schemas.microsoft.com/office/drawing/2014/main" id="{B603854D-2FC7-A9AD-672E-CF28EE42E586}"/>
              </a:ext>
            </a:extLst>
          </p:cNvPr>
          <p:cNvSpPr/>
          <p:nvPr/>
        </p:nvSpPr>
        <p:spPr>
          <a:xfrm>
            <a:off x="9936480" y="2200984"/>
            <a:ext cx="914400" cy="457200"/>
          </a:xfrm>
          <a:prstGeom prst="flowChartDela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10 DAYS DEADLINE</a:t>
            </a:r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337424B1-4125-3B31-37E0-EF479B5D2AB0}"/>
              </a:ext>
            </a:extLst>
          </p:cNvPr>
          <p:cNvSpPr/>
          <p:nvPr/>
        </p:nvSpPr>
        <p:spPr>
          <a:xfrm>
            <a:off x="9939019" y="3660428"/>
            <a:ext cx="914400" cy="457200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WO CLOSING</a:t>
            </a:r>
            <a:endParaRPr lang="en-US" sz="600" dirty="0">
              <a:solidFill>
                <a:schemeClr val="tx1"/>
              </a:solidFill>
              <a:latin typeface="Trade Gothic LT Std" panose="020B05030205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30409B4-90D3-5AC4-97A4-52ECBEB5610B}"/>
              </a:ext>
            </a:extLst>
          </p:cNvPr>
          <p:cNvGrpSpPr/>
          <p:nvPr/>
        </p:nvGrpSpPr>
        <p:grpSpPr>
          <a:xfrm>
            <a:off x="9936480" y="2932504"/>
            <a:ext cx="916305" cy="457200"/>
            <a:chOff x="5636895" y="2131695"/>
            <a:chExt cx="916305" cy="457200"/>
          </a:xfrm>
        </p:grpSpPr>
        <p:sp>
          <p:nvSpPr>
            <p:cNvPr id="32" name="Flowchart: Decision 31">
              <a:extLst>
                <a:ext uri="{FF2B5EF4-FFF2-40B4-BE49-F238E27FC236}">
                  <a16:creationId xmlns:a16="http://schemas.microsoft.com/office/drawing/2014/main" id="{4AFC7196-0080-5C12-0ADD-4936EB6D201E}"/>
                </a:ext>
              </a:extLst>
            </p:cNvPr>
            <p:cNvSpPr/>
            <p:nvPr/>
          </p:nvSpPr>
          <p:spPr>
            <a:xfrm>
              <a:off x="5638800" y="2131695"/>
              <a:ext cx="914400" cy="457200"/>
            </a:xfrm>
            <a:prstGeom prst="flowChartDecis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b="1" dirty="0">
                <a:latin typeface="Trade Gothic LT Std" panose="020B05030205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8FD9AFF-9230-66AF-D464-AE99F4AA8888}"/>
                </a:ext>
              </a:extLst>
            </p:cNvPr>
            <p:cNvSpPr txBox="1"/>
            <p:nvPr/>
          </p:nvSpPr>
          <p:spPr>
            <a:xfrm>
              <a:off x="5636895" y="2199942"/>
              <a:ext cx="91440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dirty="0">
                  <a:latin typeface="Trade Gothic LT Std" panose="020B0503020502020204" pitchFamily="34" charset="0"/>
                </a:rPr>
                <a:t>VARIANCE</a:t>
              </a:r>
            </a:p>
            <a:p>
              <a:pPr algn="ctr"/>
              <a:r>
                <a:rPr lang="en-US" sz="700" b="1" dirty="0">
                  <a:latin typeface="Trade Gothic LT Std" panose="020B0503020502020204" pitchFamily="34" charset="0"/>
                </a:rPr>
                <a:t>RESOLVED?</a:t>
              </a:r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952A051-2FF1-DA8C-623E-54F3EF1E374F}"/>
              </a:ext>
            </a:extLst>
          </p:cNvPr>
          <p:cNvCxnSpPr>
            <a:cxnSpLocks/>
          </p:cNvCxnSpPr>
          <p:nvPr/>
        </p:nvCxnSpPr>
        <p:spPr>
          <a:xfrm>
            <a:off x="10398124" y="3391937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F8A71F7-FDB4-D815-04FE-51D5FBC1943F}"/>
              </a:ext>
            </a:extLst>
          </p:cNvPr>
          <p:cNvSpPr txBox="1"/>
          <p:nvPr/>
        </p:nvSpPr>
        <p:spPr>
          <a:xfrm>
            <a:off x="9651366" y="2964140"/>
            <a:ext cx="34035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i="1" dirty="0">
                <a:latin typeface="Trade Gothic LT Std" panose="020B0503020502020204" pitchFamily="34" charset="0"/>
              </a:rPr>
              <a:t>No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C6160AE-BBF9-FB34-7922-CED7871EE106}"/>
              </a:ext>
            </a:extLst>
          </p:cNvPr>
          <p:cNvCxnSpPr>
            <a:cxnSpLocks/>
          </p:cNvCxnSpPr>
          <p:nvPr/>
        </p:nvCxnSpPr>
        <p:spPr>
          <a:xfrm rot="5400000">
            <a:off x="9791065" y="3025033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6B6278A-F435-C832-D3BC-9BDC06BF580B}"/>
              </a:ext>
            </a:extLst>
          </p:cNvPr>
          <p:cNvSpPr txBox="1"/>
          <p:nvPr/>
        </p:nvSpPr>
        <p:spPr>
          <a:xfrm>
            <a:off x="10055226" y="3387365"/>
            <a:ext cx="34035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i="1" dirty="0">
                <a:latin typeface="Trade Gothic LT Std" panose="020B0503020502020204" pitchFamily="34" charset="0"/>
              </a:rPr>
              <a:t>Yes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6633DCC-FE0D-3535-A35B-614EFE440EBA}"/>
              </a:ext>
            </a:extLst>
          </p:cNvPr>
          <p:cNvCxnSpPr>
            <a:cxnSpLocks/>
          </p:cNvCxnSpPr>
          <p:nvPr/>
        </p:nvCxnSpPr>
        <p:spPr>
          <a:xfrm>
            <a:off x="10395585" y="2653310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60AE0B7-9398-8928-1EF9-A3CBACE15EE2}"/>
              </a:ext>
            </a:extLst>
          </p:cNvPr>
          <p:cNvCxnSpPr>
            <a:cxnSpLocks/>
          </p:cNvCxnSpPr>
          <p:nvPr/>
        </p:nvCxnSpPr>
        <p:spPr>
          <a:xfrm>
            <a:off x="9194800" y="1928695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lowchart: Delay 39">
            <a:extLst>
              <a:ext uri="{FF2B5EF4-FFF2-40B4-BE49-F238E27FC236}">
                <a16:creationId xmlns:a16="http://schemas.microsoft.com/office/drawing/2014/main" id="{119DD1B6-0CAC-D50D-F677-62B0D69C9401}"/>
              </a:ext>
            </a:extLst>
          </p:cNvPr>
          <p:cNvSpPr/>
          <p:nvPr/>
        </p:nvSpPr>
        <p:spPr>
          <a:xfrm>
            <a:off x="8735061" y="2203015"/>
            <a:ext cx="914400" cy="457200"/>
          </a:xfrm>
          <a:prstGeom prst="flowChartDela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COMMITMENT DATE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E4FA60D-8A3B-98A7-4764-535484F6C253}"/>
              </a:ext>
            </a:extLst>
          </p:cNvPr>
          <p:cNvCxnSpPr/>
          <p:nvPr/>
        </p:nvCxnSpPr>
        <p:spPr>
          <a:xfrm>
            <a:off x="9194800" y="2665299"/>
            <a:ext cx="0" cy="1005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11EF983-5B2B-11C6-1ABE-C4C8EEA62F08}"/>
              </a:ext>
            </a:extLst>
          </p:cNvPr>
          <p:cNvCxnSpPr>
            <a:cxnSpLocks/>
          </p:cNvCxnSpPr>
          <p:nvPr/>
        </p:nvCxnSpPr>
        <p:spPr>
          <a:xfrm rot="5400000">
            <a:off x="9794748" y="2165604"/>
            <a:ext cx="0" cy="11978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lowchart: Process 45">
            <a:extLst>
              <a:ext uri="{FF2B5EF4-FFF2-40B4-BE49-F238E27FC236}">
                <a16:creationId xmlns:a16="http://schemas.microsoft.com/office/drawing/2014/main" id="{D4838CC5-0F34-7321-85B3-FCDB91E99BCB}"/>
              </a:ext>
            </a:extLst>
          </p:cNvPr>
          <p:cNvSpPr/>
          <p:nvPr/>
        </p:nvSpPr>
        <p:spPr>
          <a:xfrm>
            <a:off x="8728711" y="2934535"/>
            <a:ext cx="914400" cy="4572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AUTOMATIC NOV</a:t>
            </a:r>
          </a:p>
          <a:p>
            <a:pPr algn="ctr"/>
            <a:r>
              <a:rPr lang="en-US" sz="600" dirty="0">
                <a:solidFill>
                  <a:schemeClr val="tx1"/>
                </a:solidFill>
                <a:latin typeface="Trade Gothic LT Std" panose="020B0503020502020204" pitchFamily="34" charset="0"/>
              </a:rPr>
              <a:t>(</a:t>
            </a:r>
            <a:r>
              <a:rPr lang="en-US" sz="600" i="1" dirty="0">
                <a:solidFill>
                  <a:schemeClr val="tx1"/>
                </a:solidFill>
                <a:latin typeface="Trade Gothic LT Std" panose="020B0503020502020204" pitchFamily="34" charset="0"/>
              </a:rPr>
              <a:t>Notice of Violation)</a:t>
            </a:r>
            <a:endParaRPr lang="en-US" sz="600" dirty="0">
              <a:solidFill>
                <a:schemeClr val="tx1"/>
              </a:solidFill>
              <a:latin typeface="Trade Gothic LT Std" panose="020B0503020502020204" pitchFamily="34" charset="0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B9696ED-673A-3749-BB06-D6D91602FDFF}"/>
              </a:ext>
            </a:extLst>
          </p:cNvPr>
          <p:cNvGrpSpPr/>
          <p:nvPr/>
        </p:nvGrpSpPr>
        <p:grpSpPr>
          <a:xfrm>
            <a:off x="4611370" y="659971"/>
            <a:ext cx="1941830" cy="4107236"/>
            <a:chOff x="4611370" y="659971"/>
            <a:chExt cx="1941830" cy="4107236"/>
          </a:xfrm>
        </p:grpSpPr>
        <p:sp>
          <p:nvSpPr>
            <p:cNvPr id="21" name="Flowchart: Off-page Connector 20">
              <a:extLst>
                <a:ext uri="{FF2B5EF4-FFF2-40B4-BE49-F238E27FC236}">
                  <a16:creationId xmlns:a16="http://schemas.microsoft.com/office/drawing/2014/main" id="{679D9913-839B-BE3D-34CC-07C5CB07226D}"/>
                </a:ext>
              </a:extLst>
            </p:cNvPr>
            <p:cNvSpPr/>
            <p:nvPr/>
          </p:nvSpPr>
          <p:spPr>
            <a:xfrm>
              <a:off x="5867400" y="659971"/>
              <a:ext cx="457200" cy="457200"/>
            </a:xfrm>
            <a:prstGeom prst="flowChartOffpage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Trade Gothic LT Std" panose="020B0503020502020204" pitchFamily="34" charset="0"/>
                </a:rPr>
                <a:t>C</a:t>
              </a:r>
            </a:p>
          </p:txBody>
        </p:sp>
        <p:sp>
          <p:nvSpPr>
            <p:cNvPr id="3" name="Flowchart: Process 2">
              <a:extLst>
                <a:ext uri="{FF2B5EF4-FFF2-40B4-BE49-F238E27FC236}">
                  <a16:creationId xmlns:a16="http://schemas.microsoft.com/office/drawing/2014/main" id="{B3BA440A-0DF4-9F7D-C2B2-09CC77553261}"/>
                </a:ext>
              </a:extLst>
            </p:cNvPr>
            <p:cNvSpPr/>
            <p:nvPr/>
          </p:nvSpPr>
          <p:spPr>
            <a:xfrm>
              <a:off x="5638800" y="1390427"/>
              <a:ext cx="914400" cy="457200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Trade Gothic LT Std" panose="020B0503020502020204" pitchFamily="34" charset="0"/>
                </a:rPr>
                <a:t>POWER AUTOMATION</a:t>
              </a:r>
            </a:p>
            <a:p>
              <a:pPr algn="ctr"/>
              <a:r>
                <a:rPr lang="en-US" sz="600" dirty="0">
                  <a:solidFill>
                    <a:schemeClr val="tx1"/>
                  </a:solidFill>
                  <a:latin typeface="Trade Gothic LT Std" panose="020B0503020502020204" pitchFamily="34" charset="0"/>
                </a:rPr>
                <a:t>(</a:t>
              </a:r>
              <a:r>
                <a:rPr lang="en-US" sz="600" i="1" dirty="0">
                  <a:solidFill>
                    <a:schemeClr val="tx1"/>
                  </a:solidFill>
                  <a:latin typeface="Trade Gothic LT Std" panose="020B0503020502020204" pitchFamily="34" charset="0"/>
                </a:rPr>
                <a:t>Notice of Violation)</a:t>
              </a:r>
              <a:endParaRPr lang="en-US" sz="600" dirty="0">
                <a:solidFill>
                  <a:schemeClr val="tx1"/>
                </a:solidFill>
                <a:latin typeface="Trade Gothic LT Std" panose="020B0503020502020204" pitchFamily="34" charset="0"/>
              </a:endParaRP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B1C2B37A-188B-3CF8-AB14-81DBCC8D02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1852501"/>
              <a:ext cx="0" cy="2743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8991DB8-EEDE-9543-D6D5-BDAC96727AEE}"/>
                </a:ext>
              </a:extLst>
            </p:cNvPr>
            <p:cNvCxnSpPr/>
            <p:nvPr/>
          </p:nvCxnSpPr>
          <p:spPr>
            <a:xfrm>
              <a:off x="6096000" y="1117171"/>
              <a:ext cx="0" cy="2743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89269BA-4333-317D-73BE-0B828C6B27EE}"/>
                </a:ext>
              </a:extLst>
            </p:cNvPr>
            <p:cNvGrpSpPr/>
            <p:nvPr/>
          </p:nvGrpSpPr>
          <p:grpSpPr>
            <a:xfrm>
              <a:off x="4611370" y="1053025"/>
              <a:ext cx="1480821" cy="460169"/>
              <a:chOff x="4439919" y="940195"/>
              <a:chExt cx="1480821" cy="460169"/>
            </a:xfrm>
          </p:grpSpPr>
          <p:sp>
            <p:nvSpPr>
              <p:cNvPr id="23" name="Flowchart: Off-page Connector 22">
                <a:extLst>
                  <a:ext uri="{FF2B5EF4-FFF2-40B4-BE49-F238E27FC236}">
                    <a16:creationId xmlns:a16="http://schemas.microsoft.com/office/drawing/2014/main" id="{50067223-FE8B-315D-5FB2-020432066E5B}"/>
                  </a:ext>
                </a:extLst>
              </p:cNvPr>
              <p:cNvSpPr/>
              <p:nvPr/>
            </p:nvSpPr>
            <p:spPr>
              <a:xfrm>
                <a:off x="4439919" y="943164"/>
                <a:ext cx="457200" cy="457200"/>
              </a:xfrm>
              <a:prstGeom prst="flowChartOffpage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>
                    <a:solidFill>
                      <a:schemeClr val="tx1"/>
                    </a:solidFill>
                    <a:latin typeface="Trade Gothic LT Std" panose="020B0503020502020204" pitchFamily="34" charset="0"/>
                  </a:rPr>
                  <a:t>D</a:t>
                </a:r>
              </a:p>
            </p:txBody>
          </p:sp>
          <p:sp>
            <p:nvSpPr>
              <p:cNvPr id="24" name="Flowchart: Merge 23">
                <a:extLst>
                  <a:ext uri="{FF2B5EF4-FFF2-40B4-BE49-F238E27FC236}">
                    <a16:creationId xmlns:a16="http://schemas.microsoft.com/office/drawing/2014/main" id="{800665A9-224D-A98F-F83F-04E145CF5AEE}"/>
                  </a:ext>
                </a:extLst>
              </p:cNvPr>
              <p:cNvSpPr/>
              <p:nvPr/>
            </p:nvSpPr>
            <p:spPr>
              <a:xfrm>
                <a:off x="5085079" y="940195"/>
                <a:ext cx="457200" cy="457200"/>
              </a:xfrm>
              <a:prstGeom prst="flowChartMerg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b="1" dirty="0">
                  <a:solidFill>
                    <a:schemeClr val="tx1"/>
                  </a:solidFill>
                  <a:latin typeface="Trade Gothic LT Std" panose="020B0503020502020204" pitchFamily="34" charset="0"/>
                </a:endParaRP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5717C7D9-0A3F-7FA9-7509-BD859B1EED0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034279" y="960557"/>
                <a:ext cx="0" cy="274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4E104ABB-F287-12BA-8C6F-FBD86541BFE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692140" y="869117"/>
                <a:ext cx="0" cy="457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Flowchart: Process 28">
              <a:extLst>
                <a:ext uri="{FF2B5EF4-FFF2-40B4-BE49-F238E27FC236}">
                  <a16:creationId xmlns:a16="http://schemas.microsoft.com/office/drawing/2014/main" id="{0F67089E-F1E6-8CD4-AA39-0768F4483B3C}"/>
                </a:ext>
              </a:extLst>
            </p:cNvPr>
            <p:cNvSpPr/>
            <p:nvPr/>
          </p:nvSpPr>
          <p:spPr>
            <a:xfrm>
              <a:off x="5638800" y="2120883"/>
              <a:ext cx="914400" cy="457200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Trade Gothic LT Std" panose="020B0503020502020204" pitchFamily="34" charset="0"/>
                </a:rPr>
                <a:t>CREATE DMCR</a:t>
              </a:r>
            </a:p>
            <a:p>
              <a:pPr algn="ctr"/>
              <a:r>
                <a:rPr lang="en-US" sz="600" dirty="0">
                  <a:solidFill>
                    <a:schemeClr val="tx1"/>
                  </a:solidFill>
                  <a:latin typeface="Trade Gothic LT Std" panose="020B0503020502020204" pitchFamily="34" charset="0"/>
                </a:rPr>
                <a:t>(</a:t>
              </a:r>
              <a:r>
                <a:rPr lang="en-US" sz="600" i="1" dirty="0">
                  <a:solidFill>
                    <a:schemeClr val="tx1"/>
                  </a:solidFill>
                  <a:latin typeface="Trade Gothic LT Std" panose="020B0503020502020204" pitchFamily="34" charset="0"/>
                </a:rPr>
                <a:t>Debit Memorandum Creation Request)</a:t>
              </a:r>
              <a:endParaRPr lang="en-US" sz="600" dirty="0">
                <a:solidFill>
                  <a:schemeClr val="tx1"/>
                </a:solidFill>
                <a:latin typeface="Trade Gothic LT Std" panose="020B0503020502020204" pitchFamily="34" charset="0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C403B7D-C922-2170-4D9F-22EADCA6621E}"/>
                </a:ext>
              </a:extLst>
            </p:cNvPr>
            <p:cNvGrpSpPr/>
            <p:nvPr/>
          </p:nvGrpSpPr>
          <p:grpSpPr>
            <a:xfrm>
              <a:off x="5634991" y="2851328"/>
              <a:ext cx="914400" cy="457200"/>
              <a:chOff x="5638800" y="2131695"/>
              <a:chExt cx="914400" cy="457200"/>
            </a:xfrm>
          </p:grpSpPr>
          <p:sp>
            <p:nvSpPr>
              <p:cNvPr id="41" name="Flowchart: Decision 40">
                <a:extLst>
                  <a:ext uri="{FF2B5EF4-FFF2-40B4-BE49-F238E27FC236}">
                    <a16:creationId xmlns:a16="http://schemas.microsoft.com/office/drawing/2014/main" id="{0731D490-3CED-9880-AF3B-112A447EE9B2}"/>
                  </a:ext>
                </a:extLst>
              </p:cNvPr>
              <p:cNvSpPr/>
              <p:nvPr/>
            </p:nvSpPr>
            <p:spPr>
              <a:xfrm>
                <a:off x="5638800" y="2131695"/>
                <a:ext cx="914400" cy="457200"/>
              </a:xfrm>
              <a:prstGeom prst="flowChartDecision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b="1" dirty="0">
                  <a:latin typeface="Trade Gothic LT Std" panose="020B0503020502020204" pitchFamily="34" charset="0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DC1D2BE-F131-3795-617F-36A0029218C0}"/>
                  </a:ext>
                </a:extLst>
              </p:cNvPr>
              <p:cNvSpPr txBox="1"/>
              <p:nvPr/>
            </p:nvSpPr>
            <p:spPr>
              <a:xfrm>
                <a:off x="5638800" y="2181006"/>
                <a:ext cx="91440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00" b="1" dirty="0">
                    <a:latin typeface="Trade Gothic LT Std" panose="020B0503020502020204" pitchFamily="34" charset="0"/>
                  </a:rPr>
                  <a:t>DMCR</a:t>
                </a:r>
              </a:p>
              <a:p>
                <a:pPr algn="ctr"/>
                <a:r>
                  <a:rPr lang="en-US" sz="700" b="1" dirty="0">
                    <a:latin typeface="Trade Gothic LT Std" panose="020B0503020502020204" pitchFamily="34" charset="0"/>
                  </a:rPr>
                  <a:t>APPROVED?</a:t>
                </a:r>
              </a:p>
            </p:txBody>
          </p:sp>
        </p:grp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56796819-CA5B-1B80-0F22-72C0910935D6}"/>
                </a:ext>
              </a:extLst>
            </p:cNvPr>
            <p:cNvCxnSpPr>
              <a:cxnSpLocks/>
            </p:cNvCxnSpPr>
            <p:nvPr/>
          </p:nvCxnSpPr>
          <p:spPr>
            <a:xfrm>
              <a:off x="6094730" y="3310761"/>
              <a:ext cx="0" cy="2743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4981799-8261-EEA5-FF8E-20294180AEC6}"/>
                </a:ext>
              </a:extLst>
            </p:cNvPr>
            <p:cNvSpPr txBox="1"/>
            <p:nvPr/>
          </p:nvSpPr>
          <p:spPr>
            <a:xfrm>
              <a:off x="5347972" y="2882964"/>
              <a:ext cx="3403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i="1" dirty="0">
                  <a:latin typeface="Trade Gothic LT Std" panose="020B0503020502020204" pitchFamily="34" charset="0"/>
                </a:rPr>
                <a:t>No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0758731A-B1E3-E037-E0B2-51031E8BAD4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497831" y="1473144"/>
              <a:ext cx="0" cy="2743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AADEE1E-F157-3E35-FBEC-CD56354921A7}"/>
                </a:ext>
              </a:extLst>
            </p:cNvPr>
            <p:cNvSpPr txBox="1"/>
            <p:nvPr/>
          </p:nvSpPr>
          <p:spPr>
            <a:xfrm>
              <a:off x="5751832" y="3306189"/>
              <a:ext cx="3403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i="1" dirty="0">
                  <a:latin typeface="Trade Gothic LT Std" panose="020B0503020502020204" pitchFamily="34" charset="0"/>
                </a:rPr>
                <a:t>Yes</a:t>
              </a:r>
            </a:p>
          </p:txBody>
        </p:sp>
        <p:sp>
          <p:nvSpPr>
            <p:cNvPr id="50" name="Flowchart: Process 49">
              <a:extLst>
                <a:ext uri="{FF2B5EF4-FFF2-40B4-BE49-F238E27FC236}">
                  <a16:creationId xmlns:a16="http://schemas.microsoft.com/office/drawing/2014/main" id="{3CF1DDB2-3009-2541-FF5F-D87633038609}"/>
                </a:ext>
              </a:extLst>
            </p:cNvPr>
            <p:cNvSpPr/>
            <p:nvPr/>
          </p:nvSpPr>
          <p:spPr>
            <a:xfrm>
              <a:off x="5634991" y="3581784"/>
              <a:ext cx="914400" cy="457200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Trade Gothic LT Std" panose="020B0503020502020204" pitchFamily="34" charset="0"/>
                </a:rPr>
                <a:t>VARIANCE CLEARING REQUEST</a:t>
              </a:r>
              <a:endParaRPr lang="en-US" sz="600" dirty="0">
                <a:solidFill>
                  <a:schemeClr val="tx1"/>
                </a:solidFill>
                <a:latin typeface="Trade Gothic LT Std" panose="020B0503020502020204" pitchFamily="34" charset="0"/>
              </a:endParaRP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CAE2029E-FE4F-0624-95E7-493333FE3F9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575337"/>
              <a:ext cx="0" cy="2743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7B15E66-5F89-0182-74C5-83EDBCBA2DC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497831" y="2945859"/>
              <a:ext cx="0" cy="2743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3299AD5-FEB0-DEF4-2493-3D519EA2A1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63212" y="1607335"/>
              <a:ext cx="0" cy="14721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Flowchart: Off-page Connector 56">
              <a:extLst>
                <a:ext uri="{FF2B5EF4-FFF2-40B4-BE49-F238E27FC236}">
                  <a16:creationId xmlns:a16="http://schemas.microsoft.com/office/drawing/2014/main" id="{5C8DA591-09B4-9D4A-368E-4AB7A856937A}"/>
                </a:ext>
              </a:extLst>
            </p:cNvPr>
            <p:cNvSpPr/>
            <p:nvPr/>
          </p:nvSpPr>
          <p:spPr>
            <a:xfrm>
              <a:off x="5867400" y="4310007"/>
              <a:ext cx="457200" cy="457200"/>
            </a:xfrm>
            <a:prstGeom prst="flowChartOffpage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Trade Gothic LT Std" panose="020B0503020502020204" pitchFamily="34" charset="0"/>
                </a:rPr>
                <a:t>F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9AD3AFB6-DB0F-A8A1-B38D-7510F0EB476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38984"/>
              <a:ext cx="0" cy="2743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69148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21218770-0ECD-57F1-77C2-55825C048D67}"/>
              </a:ext>
            </a:extLst>
          </p:cNvPr>
          <p:cNvSpPr/>
          <p:nvPr/>
        </p:nvSpPr>
        <p:spPr>
          <a:xfrm>
            <a:off x="14517963" y="868355"/>
            <a:ext cx="914400" cy="457200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IDENTIFIED</a:t>
            </a:r>
          </a:p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MATERIAL VARIANCE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8991DB8-EEDE-9543-D6D5-BDAC96727AEE}"/>
              </a:ext>
            </a:extLst>
          </p:cNvPr>
          <p:cNvCxnSpPr/>
          <p:nvPr/>
        </p:nvCxnSpPr>
        <p:spPr>
          <a:xfrm>
            <a:off x="6096000" y="1117171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3FB61F3-040D-2EBD-AF2B-E215A0AA1ACC}"/>
              </a:ext>
            </a:extLst>
          </p:cNvPr>
          <p:cNvCxnSpPr>
            <a:cxnSpLocks/>
          </p:cNvCxnSpPr>
          <p:nvPr/>
        </p:nvCxnSpPr>
        <p:spPr>
          <a:xfrm>
            <a:off x="14977068" y="1325555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AF3E798-36D7-B19F-F2D6-2F68D91EF356}"/>
              </a:ext>
            </a:extLst>
          </p:cNvPr>
          <p:cNvGrpSpPr/>
          <p:nvPr/>
        </p:nvGrpSpPr>
        <p:grpSpPr>
          <a:xfrm>
            <a:off x="5638800" y="2131695"/>
            <a:ext cx="914400" cy="457200"/>
            <a:chOff x="5638800" y="2131695"/>
            <a:chExt cx="914400" cy="457200"/>
          </a:xfrm>
        </p:grpSpPr>
        <p:sp>
          <p:nvSpPr>
            <p:cNvPr id="10" name="Flowchart: Decision 9">
              <a:extLst>
                <a:ext uri="{FF2B5EF4-FFF2-40B4-BE49-F238E27FC236}">
                  <a16:creationId xmlns:a16="http://schemas.microsoft.com/office/drawing/2014/main" id="{904A1AA6-22D1-250C-D6BA-A1910C9FC50D}"/>
                </a:ext>
              </a:extLst>
            </p:cNvPr>
            <p:cNvSpPr/>
            <p:nvPr/>
          </p:nvSpPr>
          <p:spPr>
            <a:xfrm>
              <a:off x="5638800" y="2131695"/>
              <a:ext cx="914400" cy="457200"/>
            </a:xfrm>
            <a:prstGeom prst="flowChartDecis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b="1" dirty="0">
                <a:latin typeface="Trade Gothic LT Std" panose="020B05030205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F2198DC-E320-E604-A145-F0B38437E4A9}"/>
                </a:ext>
              </a:extLst>
            </p:cNvPr>
            <p:cNvSpPr txBox="1"/>
            <p:nvPr/>
          </p:nvSpPr>
          <p:spPr>
            <a:xfrm>
              <a:off x="5638800" y="2181006"/>
              <a:ext cx="91440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dirty="0">
                  <a:latin typeface="Trade Gothic LT Std" panose="020B0503020502020204" pitchFamily="34" charset="0"/>
                </a:rPr>
                <a:t>WITH </a:t>
              </a:r>
            </a:p>
            <a:p>
              <a:pPr algn="ctr"/>
              <a:r>
                <a:rPr lang="en-US" sz="700" b="1" dirty="0">
                  <a:latin typeface="Trade Gothic LT Std" panose="020B0503020502020204" pitchFamily="34" charset="0"/>
                </a:rPr>
                <a:t>COMMITMENT?</a:t>
              </a:r>
            </a:p>
          </p:txBody>
        </p:sp>
      </p:grp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07F28137-2CE1-46E8-F96B-3785FF6F2ED9}"/>
              </a:ext>
            </a:extLst>
          </p:cNvPr>
          <p:cNvSpPr/>
          <p:nvPr/>
        </p:nvSpPr>
        <p:spPr>
          <a:xfrm>
            <a:off x="4437381" y="2132785"/>
            <a:ext cx="914400" cy="4572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RESOLVE</a:t>
            </a:r>
          </a:p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VARIANCE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B71A3C-8062-C03C-52E8-642FDE4901FA}"/>
              </a:ext>
            </a:extLst>
          </p:cNvPr>
          <p:cNvCxnSpPr>
            <a:cxnSpLocks/>
          </p:cNvCxnSpPr>
          <p:nvPr/>
        </p:nvCxnSpPr>
        <p:spPr>
          <a:xfrm>
            <a:off x="6098539" y="2591128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35C7434D-F373-B940-5CFE-D1E35762CD5B}"/>
              </a:ext>
            </a:extLst>
          </p:cNvPr>
          <p:cNvSpPr/>
          <p:nvPr/>
        </p:nvSpPr>
        <p:spPr>
          <a:xfrm>
            <a:off x="3703322" y="2129356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1C3E63-B797-1A7B-C9DD-D91112E0FD68}"/>
              </a:ext>
            </a:extLst>
          </p:cNvPr>
          <p:cNvSpPr txBox="1"/>
          <p:nvPr/>
        </p:nvSpPr>
        <p:spPr>
          <a:xfrm>
            <a:off x="5351781" y="2163331"/>
            <a:ext cx="34035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i="1" dirty="0">
                <a:latin typeface="Trade Gothic LT Std" panose="020B0503020502020204" pitchFamily="34" charset="0"/>
              </a:rPr>
              <a:t>Yes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2421FD-86A5-48C7-16CB-ADFAD410D9C8}"/>
              </a:ext>
            </a:extLst>
          </p:cNvPr>
          <p:cNvCxnSpPr>
            <a:cxnSpLocks/>
          </p:cNvCxnSpPr>
          <p:nvPr/>
        </p:nvCxnSpPr>
        <p:spPr>
          <a:xfrm rot="5400000">
            <a:off x="5491480" y="2224224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BAE8CA-2EB5-18AE-B5D7-B483259CEF32}"/>
              </a:ext>
            </a:extLst>
          </p:cNvPr>
          <p:cNvCxnSpPr>
            <a:cxnSpLocks/>
          </p:cNvCxnSpPr>
          <p:nvPr/>
        </p:nvCxnSpPr>
        <p:spPr>
          <a:xfrm rot="5400000">
            <a:off x="4295775" y="2224984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071B2EC-C085-B652-66BE-EA089C59AE8E}"/>
              </a:ext>
            </a:extLst>
          </p:cNvPr>
          <p:cNvSpPr txBox="1"/>
          <p:nvPr/>
        </p:nvSpPr>
        <p:spPr>
          <a:xfrm>
            <a:off x="5755641" y="2586556"/>
            <a:ext cx="34035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i="1" dirty="0">
                <a:latin typeface="Trade Gothic LT Std" panose="020B0503020502020204" pitchFamily="34" charset="0"/>
              </a:rPr>
              <a:t>No</a:t>
            </a:r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4DE5C77D-DA05-D631-B1F7-00C8022098FD}"/>
              </a:ext>
            </a:extLst>
          </p:cNvPr>
          <p:cNvSpPr/>
          <p:nvPr/>
        </p:nvSpPr>
        <p:spPr>
          <a:xfrm>
            <a:off x="14517963" y="1604140"/>
            <a:ext cx="914400" cy="4572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DECLARE RETURN/S</a:t>
            </a:r>
            <a:endParaRPr lang="en-US" sz="700" dirty="0">
              <a:solidFill>
                <a:schemeClr val="tx1"/>
              </a:solidFill>
              <a:latin typeface="Trade Gothic LT Std" panose="020B0503020502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074890-2346-69A6-E048-379E3DE32336}"/>
              </a:ext>
            </a:extLst>
          </p:cNvPr>
          <p:cNvCxnSpPr>
            <a:cxnSpLocks/>
          </p:cNvCxnSpPr>
          <p:nvPr/>
        </p:nvCxnSpPr>
        <p:spPr>
          <a:xfrm>
            <a:off x="14975163" y="2062949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679D9913-839B-BE3D-34CC-07C5CB07226D}"/>
              </a:ext>
            </a:extLst>
          </p:cNvPr>
          <p:cNvSpPr/>
          <p:nvPr/>
        </p:nvSpPr>
        <p:spPr>
          <a:xfrm>
            <a:off x="5867400" y="659971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B</a:t>
            </a:r>
          </a:p>
        </p:txBody>
      </p:sp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824B04F9-F6B1-C649-CF55-876FAFEFB762}"/>
              </a:ext>
            </a:extLst>
          </p:cNvPr>
          <p:cNvSpPr/>
          <p:nvPr/>
        </p:nvSpPr>
        <p:spPr>
          <a:xfrm>
            <a:off x="14670363" y="1756540"/>
            <a:ext cx="914400" cy="4572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DECLARE RETURN/S</a:t>
            </a:r>
            <a:endParaRPr lang="en-US" sz="700" dirty="0">
              <a:solidFill>
                <a:schemeClr val="tx1"/>
              </a:solidFill>
              <a:latin typeface="Trade Gothic LT Std" panose="020B0503020502020204" pitchFamily="34" charset="0"/>
            </a:endParaRPr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B3BA440A-0DF4-9F7D-C2B2-09CC77553261}"/>
              </a:ext>
            </a:extLst>
          </p:cNvPr>
          <p:cNvSpPr/>
          <p:nvPr/>
        </p:nvSpPr>
        <p:spPr>
          <a:xfrm>
            <a:off x="5638800" y="1390427"/>
            <a:ext cx="914400" cy="4572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CREATE NTC</a:t>
            </a:r>
          </a:p>
          <a:p>
            <a:pPr algn="ctr"/>
            <a:r>
              <a:rPr lang="en-US" sz="600" dirty="0">
                <a:solidFill>
                  <a:schemeClr val="tx1"/>
                </a:solidFill>
                <a:latin typeface="Trade Gothic LT Std" panose="020B0503020502020204" pitchFamily="34" charset="0"/>
              </a:rPr>
              <a:t>(</a:t>
            </a:r>
            <a:r>
              <a:rPr lang="en-US" sz="600" i="1" dirty="0">
                <a:solidFill>
                  <a:schemeClr val="tx1"/>
                </a:solidFill>
                <a:latin typeface="Trade Gothic LT Std" panose="020B0503020502020204" pitchFamily="34" charset="0"/>
              </a:rPr>
              <a:t>Notice to Contractor)</a:t>
            </a:r>
            <a:endParaRPr lang="en-US" sz="600" dirty="0">
              <a:solidFill>
                <a:schemeClr val="tx1"/>
              </a:solidFill>
              <a:latin typeface="Trade Gothic LT Std" panose="020B05030205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1C2B37A-188B-3CF8-AB14-81DBCC8D028C}"/>
              </a:ext>
            </a:extLst>
          </p:cNvPr>
          <p:cNvCxnSpPr>
            <a:cxnSpLocks/>
          </p:cNvCxnSpPr>
          <p:nvPr/>
        </p:nvCxnSpPr>
        <p:spPr>
          <a:xfrm>
            <a:off x="6096000" y="1852501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lowchart: Process 25">
            <a:extLst>
              <a:ext uri="{FF2B5EF4-FFF2-40B4-BE49-F238E27FC236}">
                <a16:creationId xmlns:a16="http://schemas.microsoft.com/office/drawing/2014/main" id="{5AC15684-53B3-2652-1F6F-296C660F0CAF}"/>
              </a:ext>
            </a:extLst>
          </p:cNvPr>
          <p:cNvSpPr/>
          <p:nvPr/>
        </p:nvSpPr>
        <p:spPr>
          <a:xfrm>
            <a:off x="5638800" y="2861747"/>
            <a:ext cx="914400" cy="4572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Trade Gothic LT Std" panose="020B0503020502020204" pitchFamily="34" charset="0"/>
              </a:rPr>
              <a:t>AUTOMATIC NOV</a:t>
            </a:r>
          </a:p>
          <a:p>
            <a:pPr algn="ctr"/>
            <a:r>
              <a:rPr lang="en-US" sz="600" dirty="0">
                <a:solidFill>
                  <a:schemeClr val="tx1"/>
                </a:solidFill>
                <a:latin typeface="Trade Gothic LT Std" panose="020B0503020502020204" pitchFamily="34" charset="0"/>
              </a:rPr>
              <a:t>(</a:t>
            </a:r>
            <a:r>
              <a:rPr lang="en-US" sz="600" i="1" dirty="0">
                <a:solidFill>
                  <a:schemeClr val="tx1"/>
                </a:solidFill>
                <a:latin typeface="Trade Gothic LT Std" panose="020B0503020502020204" pitchFamily="34" charset="0"/>
              </a:rPr>
              <a:t>Notice of Violation)</a:t>
            </a:r>
            <a:endParaRPr lang="en-US" sz="600" dirty="0">
              <a:solidFill>
                <a:schemeClr val="tx1"/>
              </a:solidFill>
              <a:latin typeface="Trade Gothic LT Std" panose="020B0503020502020204" pitchFamily="34" charset="0"/>
            </a:endParaRPr>
          </a:p>
        </p:txBody>
      </p:sp>
      <p:pic>
        <p:nvPicPr>
          <p:cNvPr id="1028" name="Picture 4" descr="Flow Chart PowerPoint and Google Slides Template - PPT Slides">
            <a:extLst>
              <a:ext uri="{FF2B5EF4-FFF2-40B4-BE49-F238E27FC236}">
                <a16:creationId xmlns:a16="http://schemas.microsoft.com/office/drawing/2014/main" id="{397A4B8A-01D4-4BB3-21F7-A0240BA94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857250"/>
            <a:ext cx="6858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4816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low Diagram Symbols Explained">
            <a:extLst>
              <a:ext uri="{FF2B5EF4-FFF2-40B4-BE49-F238E27FC236}">
                <a16:creationId xmlns:a16="http://schemas.microsoft.com/office/drawing/2014/main" id="{A9976AC9-1E20-EFE1-9525-6CB053B16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50" y="0"/>
            <a:ext cx="103489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9036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eralco Brand Colors 1">
      <a:dk1>
        <a:srgbClr val="000000"/>
      </a:dk1>
      <a:lt1>
        <a:srgbClr val="FFFFFF"/>
      </a:lt1>
      <a:dk2>
        <a:srgbClr val="F16623"/>
      </a:dk2>
      <a:lt2>
        <a:srgbClr val="E7E6E6"/>
      </a:lt2>
      <a:accent1>
        <a:srgbClr val="171B8E"/>
      </a:accent1>
      <a:accent2>
        <a:srgbClr val="06B2BC"/>
      </a:accent2>
      <a:accent3>
        <a:srgbClr val="38F7B9"/>
      </a:accent3>
      <a:accent4>
        <a:srgbClr val="7EB700"/>
      </a:accent4>
      <a:accent5>
        <a:srgbClr val="F7AE21"/>
      </a:accent5>
      <a:accent6>
        <a:srgbClr val="EE4C69"/>
      </a:accent6>
      <a:hlink>
        <a:srgbClr val="171B8E"/>
      </a:hlink>
      <a:folHlink>
        <a:srgbClr val="06B2BC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 Line.pptx" id="{30A7EBA5-F983-400D-BF2F-AAB47EFA3CFB}" vid="{1641FF02-D2CB-4CD6-A2B3-E33B2A6E38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84</TotalTime>
  <Words>216</Words>
  <Application>Microsoft Office PowerPoint</Application>
  <PresentationFormat>Widescreen</PresentationFormat>
  <Paragraphs>122</Paragraphs>
  <Slides>7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Trade Gothic LT Std</vt:lpstr>
      <vt:lpstr>Trade Gothic LT Std Bold</vt:lpstr>
      <vt:lpstr>Office Theme</vt:lpstr>
      <vt:lpstr>PENALTY AUTOMATION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Manila Electric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PENALTY AUTOMATION</dc:title>
  <dc:creator>Justine G. Ramos</dc:creator>
  <cp:lastModifiedBy>Justine G. Ramos</cp:lastModifiedBy>
  <cp:revision>1</cp:revision>
  <dcterms:created xsi:type="dcterms:W3CDTF">2025-08-18T01:56:26Z</dcterms:created>
  <dcterms:modified xsi:type="dcterms:W3CDTF">2025-08-18T03:20:41Z</dcterms:modified>
</cp:coreProperties>
</file>